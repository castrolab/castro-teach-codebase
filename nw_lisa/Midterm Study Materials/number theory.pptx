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60" r:id="rId4"/>
    <p:sldId id="262" r:id="rId5"/>
    <p:sldId id="263" r:id="rId6"/>
    <p:sldId id="259" r:id="rId7"/>
    <p:sldId id="266" r:id="rId8"/>
    <p:sldId id="268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93" r:id="rId19"/>
    <p:sldId id="277" r:id="rId20"/>
    <p:sldId id="282" r:id="rId21"/>
    <p:sldId id="278" r:id="rId22"/>
    <p:sldId id="261" r:id="rId23"/>
    <p:sldId id="279" r:id="rId24"/>
    <p:sldId id="264" r:id="rId25"/>
    <p:sldId id="258" r:id="rId26"/>
    <p:sldId id="281" r:id="rId27"/>
    <p:sldId id="280" r:id="rId28"/>
    <p:sldId id="285" r:id="rId29"/>
    <p:sldId id="286" r:id="rId30"/>
    <p:sldId id="288" r:id="rId31"/>
    <p:sldId id="287" r:id="rId32"/>
    <p:sldId id="289" r:id="rId33"/>
    <p:sldId id="290" r:id="rId34"/>
    <p:sldId id="291" r:id="rId35"/>
    <p:sldId id="295" r:id="rId36"/>
    <p:sldId id="296" r:id="rId37"/>
    <p:sldId id="299" r:id="rId38"/>
    <p:sldId id="300" r:id="rId39"/>
    <p:sldId id="301" r:id="rId40"/>
    <p:sldId id="302" r:id="rId41"/>
    <p:sldId id="298" r:id="rId42"/>
    <p:sldId id="304" r:id="rId43"/>
    <p:sldId id="305" r:id="rId44"/>
    <p:sldId id="306" r:id="rId45"/>
    <p:sldId id="303" r:id="rId46"/>
    <p:sldId id="297" r:id="rId47"/>
    <p:sldId id="307" r:id="rId48"/>
    <p:sldId id="309" r:id="rId49"/>
    <p:sldId id="310" r:id="rId50"/>
    <p:sldId id="29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003534"/>
    <a:srgbClr val="740000"/>
    <a:srgbClr val="761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7"/>
    <p:restoredTop sz="94643"/>
  </p:normalViewPr>
  <p:slideViewPr>
    <p:cSldViewPr snapToGrid="0">
      <p:cViewPr varScale="1">
        <p:scale>
          <a:sx n="98" d="100"/>
          <a:sy n="98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497690-B9A8-4368-B4A0-CC2A77C4C0B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BCFBD2A-4895-4B6C-9BFC-1BB54AE09E21}">
      <dgm:prSet/>
      <dgm:spPr/>
      <dgm:t>
        <a:bodyPr/>
        <a:lstStyle/>
        <a:p>
          <a:r>
            <a:rPr lang="en-US" dirty="0"/>
            <a:t>Start with a pair </a:t>
          </a:r>
          <a:r>
            <a:rPr lang="en-US" dirty="0" err="1"/>
            <a:t>a,b</a:t>
          </a:r>
          <a:r>
            <a:rPr lang="en-US" dirty="0"/>
            <a:t> and assume  a &lt; b</a:t>
          </a:r>
          <a:br>
            <a:rPr lang="en-US" dirty="0"/>
          </a:br>
          <a:endParaRPr lang="en-US" dirty="0"/>
        </a:p>
      </dgm:t>
    </dgm:pt>
    <dgm:pt modelId="{B5C8FAB4-B00F-45C3-82A6-AA1ECCFE06E7}" type="parTrans" cxnId="{351153F6-21F9-42A7-B48D-CCE09F59BD33}">
      <dgm:prSet/>
      <dgm:spPr/>
      <dgm:t>
        <a:bodyPr/>
        <a:lstStyle/>
        <a:p>
          <a:endParaRPr lang="en-US"/>
        </a:p>
      </dgm:t>
    </dgm:pt>
    <dgm:pt modelId="{8AA2C24E-297C-4AC2-8E20-F9BC142F80FF}" type="sibTrans" cxnId="{351153F6-21F9-42A7-B48D-CCE09F59BD33}">
      <dgm:prSet/>
      <dgm:spPr/>
      <dgm:t>
        <a:bodyPr/>
        <a:lstStyle/>
        <a:p>
          <a:endParaRPr lang="en-US"/>
        </a:p>
      </dgm:t>
    </dgm:pt>
    <dgm:pt modelId="{A690AC6C-C692-4C2D-A99F-5475E0AC4751}">
      <dgm:prSet/>
      <dgm:spPr/>
      <dgm:t>
        <a:bodyPr/>
        <a:lstStyle/>
        <a:p>
          <a:r>
            <a:rPr lang="en-US" b="1" u="sng" dirty="0"/>
            <a:t>While</a:t>
          </a:r>
          <a:r>
            <a:rPr lang="en-US" dirty="0"/>
            <a:t> neither a nor b are 0</a:t>
          </a:r>
        </a:p>
      </dgm:t>
    </dgm:pt>
    <dgm:pt modelId="{006C4AA4-EAB8-4A58-BFC1-D29223C0C5B6}" type="parTrans" cxnId="{E1251559-C8FB-42DD-8925-3E2DA3FCE6AF}">
      <dgm:prSet/>
      <dgm:spPr/>
      <dgm:t>
        <a:bodyPr/>
        <a:lstStyle/>
        <a:p>
          <a:endParaRPr lang="en-US"/>
        </a:p>
      </dgm:t>
    </dgm:pt>
    <dgm:pt modelId="{47BF3718-D2D3-4AFB-BC47-F7B6A00139E1}" type="sibTrans" cxnId="{E1251559-C8FB-42DD-8925-3E2DA3FCE6AF}">
      <dgm:prSet/>
      <dgm:spPr/>
      <dgm:t>
        <a:bodyPr/>
        <a:lstStyle/>
        <a:p>
          <a:endParaRPr lang="en-US"/>
        </a:p>
      </dgm:t>
    </dgm:pt>
    <dgm:pt modelId="{6F7BE6E0-DDB0-44EA-AAAA-58677C7E1C6B}">
      <dgm:prSet/>
      <dgm:spPr/>
      <dgm:t>
        <a:bodyPr/>
        <a:lstStyle/>
        <a:p>
          <a:r>
            <a:rPr lang="en-US" dirty="0"/>
            <a:t>Find the r in the expression b=</a:t>
          </a:r>
          <a:r>
            <a:rPr lang="en-US" dirty="0" err="1"/>
            <a:t>aq+r</a:t>
          </a:r>
          <a:br>
            <a:rPr lang="en-US" dirty="0"/>
          </a:br>
          <a:endParaRPr lang="en-US" dirty="0"/>
        </a:p>
      </dgm:t>
    </dgm:pt>
    <dgm:pt modelId="{0704EBC5-354E-4506-BF8A-2AB35789BA51}" type="parTrans" cxnId="{7DF5868F-2282-4B13-A394-4EEEFE9247C3}">
      <dgm:prSet/>
      <dgm:spPr/>
      <dgm:t>
        <a:bodyPr/>
        <a:lstStyle/>
        <a:p>
          <a:endParaRPr lang="en-US"/>
        </a:p>
      </dgm:t>
    </dgm:pt>
    <dgm:pt modelId="{ED6C7BC3-8A6E-4BA3-9768-FF5DC97C77BF}" type="sibTrans" cxnId="{7DF5868F-2282-4B13-A394-4EEEFE9247C3}">
      <dgm:prSet/>
      <dgm:spPr/>
      <dgm:t>
        <a:bodyPr/>
        <a:lstStyle/>
        <a:p>
          <a:endParaRPr lang="en-US"/>
        </a:p>
      </dgm:t>
    </dgm:pt>
    <dgm:pt modelId="{7FA8157E-D9AE-41C0-B1C2-74CC0499CB7D}">
      <dgm:prSet/>
      <dgm:spPr/>
      <dgm:t>
        <a:bodyPr/>
        <a:lstStyle/>
        <a:p>
          <a:r>
            <a:rPr lang="en-US" dirty="0"/>
            <a:t>Overwrite whatever b was to be whatever value a stores</a:t>
          </a:r>
          <a:br>
            <a:rPr lang="en-US" dirty="0"/>
          </a:br>
          <a:endParaRPr lang="en-US" dirty="0"/>
        </a:p>
      </dgm:t>
    </dgm:pt>
    <dgm:pt modelId="{4BE77B1C-D38F-4E9F-9FAD-D5BA88B58F87}" type="parTrans" cxnId="{E59712AF-E33D-4DB1-9629-A1D4AB347650}">
      <dgm:prSet/>
      <dgm:spPr/>
      <dgm:t>
        <a:bodyPr/>
        <a:lstStyle/>
        <a:p>
          <a:endParaRPr lang="en-US"/>
        </a:p>
      </dgm:t>
    </dgm:pt>
    <dgm:pt modelId="{F096535F-34A1-4778-BAA8-2C47934704F8}" type="sibTrans" cxnId="{E59712AF-E33D-4DB1-9629-A1D4AB347650}">
      <dgm:prSet/>
      <dgm:spPr/>
      <dgm:t>
        <a:bodyPr/>
        <a:lstStyle/>
        <a:p>
          <a:endParaRPr lang="en-US"/>
        </a:p>
      </dgm:t>
    </dgm:pt>
    <dgm:pt modelId="{755CD86F-9A5B-4E39-BCBA-A7B355142628}">
      <dgm:prSet/>
      <dgm:spPr/>
      <dgm:t>
        <a:bodyPr/>
        <a:lstStyle/>
        <a:p>
          <a:r>
            <a:rPr lang="en-US" dirty="0"/>
            <a:t>Overwrite whatever a was to be whatever value r is</a:t>
          </a:r>
          <a:br>
            <a:rPr lang="en-US" dirty="0"/>
          </a:br>
          <a:endParaRPr lang="en-US" dirty="0"/>
        </a:p>
      </dgm:t>
    </dgm:pt>
    <dgm:pt modelId="{3D779222-DC58-47F4-9F8C-1F14EAEA8B0C}" type="parTrans" cxnId="{63DB20FB-5768-4A09-8ED5-4EA325F754B5}">
      <dgm:prSet/>
      <dgm:spPr/>
      <dgm:t>
        <a:bodyPr/>
        <a:lstStyle/>
        <a:p>
          <a:endParaRPr lang="en-US"/>
        </a:p>
      </dgm:t>
    </dgm:pt>
    <dgm:pt modelId="{52FC3612-DCBC-4689-AFC2-4E5D1DEF0B9E}" type="sibTrans" cxnId="{63DB20FB-5768-4A09-8ED5-4EA325F754B5}">
      <dgm:prSet/>
      <dgm:spPr/>
      <dgm:t>
        <a:bodyPr/>
        <a:lstStyle/>
        <a:p>
          <a:endParaRPr lang="en-US"/>
        </a:p>
      </dgm:t>
    </dgm:pt>
    <dgm:pt modelId="{3B32B7A7-846F-4EB6-891B-E4578BDA32AA}">
      <dgm:prSet/>
      <dgm:spPr/>
      <dgm:t>
        <a:bodyPr/>
        <a:lstStyle/>
        <a:p>
          <a:r>
            <a:rPr lang="en-US"/>
            <a:t>Once you’re done</a:t>
          </a:r>
        </a:p>
      </dgm:t>
    </dgm:pt>
    <dgm:pt modelId="{130C959B-2FE9-4CB8-995D-1E01530A0EF0}" type="parTrans" cxnId="{BCAC0540-E380-47DB-8494-288FBEE9BEC7}">
      <dgm:prSet/>
      <dgm:spPr/>
      <dgm:t>
        <a:bodyPr/>
        <a:lstStyle/>
        <a:p>
          <a:endParaRPr lang="en-US"/>
        </a:p>
      </dgm:t>
    </dgm:pt>
    <dgm:pt modelId="{D5792C9C-BD82-4173-A6EE-E63CE606C0EE}" type="sibTrans" cxnId="{BCAC0540-E380-47DB-8494-288FBEE9BEC7}">
      <dgm:prSet/>
      <dgm:spPr/>
      <dgm:t>
        <a:bodyPr/>
        <a:lstStyle/>
        <a:p>
          <a:endParaRPr lang="en-US"/>
        </a:p>
      </dgm:t>
    </dgm:pt>
    <dgm:pt modelId="{FD13D383-2CE6-4A80-BCBB-346F9AB3337D}">
      <dgm:prSet/>
      <dgm:spPr/>
      <dgm:t>
        <a:bodyPr/>
        <a:lstStyle/>
        <a:p>
          <a:r>
            <a:rPr lang="en-US" dirty="0"/>
            <a:t>The non-zero entry is the </a:t>
          </a:r>
          <a:r>
            <a:rPr lang="en-US" dirty="0" err="1"/>
            <a:t>gcd</a:t>
          </a:r>
          <a:endParaRPr lang="en-US" dirty="0"/>
        </a:p>
      </dgm:t>
    </dgm:pt>
    <dgm:pt modelId="{1186A6EC-BBAC-4500-B50D-CB49616344E3}" type="parTrans" cxnId="{7EE41966-9139-4D75-96E9-015689307C0D}">
      <dgm:prSet/>
      <dgm:spPr/>
      <dgm:t>
        <a:bodyPr/>
        <a:lstStyle/>
        <a:p>
          <a:endParaRPr lang="en-US"/>
        </a:p>
      </dgm:t>
    </dgm:pt>
    <dgm:pt modelId="{9EEFB5CB-C3D0-484C-9B70-5C89D93EDB7D}" type="sibTrans" cxnId="{7EE41966-9139-4D75-96E9-015689307C0D}">
      <dgm:prSet/>
      <dgm:spPr/>
      <dgm:t>
        <a:bodyPr/>
        <a:lstStyle/>
        <a:p>
          <a:endParaRPr lang="en-US"/>
        </a:p>
      </dgm:t>
    </dgm:pt>
    <dgm:pt modelId="{DD219674-0183-3D4D-BB8A-2634C53D1712}">
      <dgm:prSet/>
      <dgm:spPr/>
      <dgm:t>
        <a:bodyPr/>
        <a:lstStyle/>
        <a:p>
          <a:r>
            <a:rPr lang="en-US" dirty="0"/>
            <a:t>conditionals</a:t>
          </a:r>
        </a:p>
      </dgm:t>
    </dgm:pt>
    <dgm:pt modelId="{748633F8-BFE8-4B45-9C72-389DFA6C26B7}" type="parTrans" cxnId="{389756BF-A9C5-6C4B-9E7F-41BE54E1B3D1}">
      <dgm:prSet/>
      <dgm:spPr/>
      <dgm:t>
        <a:bodyPr/>
        <a:lstStyle/>
        <a:p>
          <a:endParaRPr lang="en-US"/>
        </a:p>
      </dgm:t>
    </dgm:pt>
    <dgm:pt modelId="{42317B96-80C1-7042-A141-3D15087880BB}" type="sibTrans" cxnId="{389756BF-A9C5-6C4B-9E7F-41BE54E1B3D1}">
      <dgm:prSet/>
      <dgm:spPr/>
      <dgm:t>
        <a:bodyPr/>
        <a:lstStyle/>
        <a:p>
          <a:endParaRPr lang="en-US"/>
        </a:p>
      </dgm:t>
    </dgm:pt>
    <dgm:pt modelId="{92B1AC86-260E-834E-9AC7-847AB3CD500F}" type="pres">
      <dgm:prSet presAssocID="{EB497690-B9A8-4368-B4A0-CC2A77C4C0BA}" presName="linear" presStyleCnt="0">
        <dgm:presLayoutVars>
          <dgm:dir/>
          <dgm:animLvl val="lvl"/>
          <dgm:resizeHandles val="exact"/>
        </dgm:presLayoutVars>
      </dgm:prSet>
      <dgm:spPr/>
    </dgm:pt>
    <dgm:pt modelId="{E0CF22EA-A0E1-C04B-BCDC-353544BE536D}" type="pres">
      <dgm:prSet presAssocID="{3BCFBD2A-4895-4B6C-9BFC-1BB54AE09E21}" presName="parentLin" presStyleCnt="0"/>
      <dgm:spPr/>
    </dgm:pt>
    <dgm:pt modelId="{3F776480-0189-5446-8C68-68CF04E803B8}" type="pres">
      <dgm:prSet presAssocID="{3BCFBD2A-4895-4B6C-9BFC-1BB54AE09E21}" presName="parentLeftMargin" presStyleLbl="node1" presStyleIdx="0" presStyleCnt="3"/>
      <dgm:spPr/>
    </dgm:pt>
    <dgm:pt modelId="{51A385C7-257A-C549-B71B-4DC6845F8DC1}" type="pres">
      <dgm:prSet presAssocID="{3BCFBD2A-4895-4B6C-9BFC-1BB54AE09E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8AF156-41D5-584E-8E99-B205910F9A38}" type="pres">
      <dgm:prSet presAssocID="{3BCFBD2A-4895-4B6C-9BFC-1BB54AE09E21}" presName="negativeSpace" presStyleCnt="0"/>
      <dgm:spPr/>
    </dgm:pt>
    <dgm:pt modelId="{870BE30A-A202-E040-B2FF-3837740B50D8}" type="pres">
      <dgm:prSet presAssocID="{3BCFBD2A-4895-4B6C-9BFC-1BB54AE09E21}" presName="childText" presStyleLbl="conFgAcc1" presStyleIdx="0" presStyleCnt="3">
        <dgm:presLayoutVars>
          <dgm:bulletEnabled val="1"/>
        </dgm:presLayoutVars>
      </dgm:prSet>
      <dgm:spPr/>
    </dgm:pt>
    <dgm:pt modelId="{13C25B65-D947-1F49-8259-E7139A9B2DF5}" type="pres">
      <dgm:prSet presAssocID="{8AA2C24E-297C-4AC2-8E20-F9BC142F80FF}" presName="spaceBetweenRectangles" presStyleCnt="0"/>
      <dgm:spPr/>
    </dgm:pt>
    <dgm:pt modelId="{07AFB6B3-8FE9-F344-8626-B58DD1235487}" type="pres">
      <dgm:prSet presAssocID="{A690AC6C-C692-4C2D-A99F-5475E0AC4751}" presName="parentLin" presStyleCnt="0"/>
      <dgm:spPr/>
    </dgm:pt>
    <dgm:pt modelId="{82E95B8C-9D25-EA46-B7D5-EFD5F1E67883}" type="pres">
      <dgm:prSet presAssocID="{A690AC6C-C692-4C2D-A99F-5475E0AC4751}" presName="parentLeftMargin" presStyleLbl="node1" presStyleIdx="0" presStyleCnt="3"/>
      <dgm:spPr/>
    </dgm:pt>
    <dgm:pt modelId="{52DF4F1E-02D9-2E40-8250-8270901F8C2B}" type="pres">
      <dgm:prSet presAssocID="{A690AC6C-C692-4C2D-A99F-5475E0AC47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9BD545-91D1-6F4F-96C4-30B427DFB5BE}" type="pres">
      <dgm:prSet presAssocID="{A690AC6C-C692-4C2D-A99F-5475E0AC4751}" presName="negativeSpace" presStyleCnt="0"/>
      <dgm:spPr/>
    </dgm:pt>
    <dgm:pt modelId="{5E0ACFD9-E6C3-304D-87CC-70FFA1873CA3}" type="pres">
      <dgm:prSet presAssocID="{A690AC6C-C692-4C2D-A99F-5475E0AC4751}" presName="childText" presStyleLbl="conFgAcc1" presStyleIdx="1" presStyleCnt="3">
        <dgm:presLayoutVars>
          <dgm:bulletEnabled val="1"/>
        </dgm:presLayoutVars>
      </dgm:prSet>
      <dgm:spPr/>
    </dgm:pt>
    <dgm:pt modelId="{7D8792A1-E5F0-9946-B65D-129E8852EBAD}" type="pres">
      <dgm:prSet presAssocID="{47BF3718-D2D3-4AFB-BC47-F7B6A00139E1}" presName="spaceBetweenRectangles" presStyleCnt="0"/>
      <dgm:spPr/>
    </dgm:pt>
    <dgm:pt modelId="{6B6D3EBF-620F-9E48-878D-E0B698C9EC66}" type="pres">
      <dgm:prSet presAssocID="{3B32B7A7-846F-4EB6-891B-E4578BDA32AA}" presName="parentLin" presStyleCnt="0"/>
      <dgm:spPr/>
    </dgm:pt>
    <dgm:pt modelId="{D6FA3B34-116E-204E-ABF6-D35FAC6906A1}" type="pres">
      <dgm:prSet presAssocID="{3B32B7A7-846F-4EB6-891B-E4578BDA32AA}" presName="parentLeftMargin" presStyleLbl="node1" presStyleIdx="1" presStyleCnt="3"/>
      <dgm:spPr/>
    </dgm:pt>
    <dgm:pt modelId="{391ED281-B494-7646-B108-0DA2FAF76943}" type="pres">
      <dgm:prSet presAssocID="{3B32B7A7-846F-4EB6-891B-E4578BDA32A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FF93A9C-7CCC-294F-85A3-D559D2B405A8}" type="pres">
      <dgm:prSet presAssocID="{3B32B7A7-846F-4EB6-891B-E4578BDA32AA}" presName="negativeSpace" presStyleCnt="0"/>
      <dgm:spPr/>
    </dgm:pt>
    <dgm:pt modelId="{BEBD1C23-03F2-AB48-8E6F-CC29CB759CD8}" type="pres">
      <dgm:prSet presAssocID="{3B32B7A7-846F-4EB6-891B-E4578BDA32A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465EC1A-D161-CE46-921A-92F0466936D3}" type="presOf" srcId="{6F7BE6E0-DDB0-44EA-AAAA-58677C7E1C6B}" destId="{5E0ACFD9-E6C3-304D-87CC-70FFA1873CA3}" srcOrd="0" destOrd="0" presId="urn:microsoft.com/office/officeart/2005/8/layout/list1"/>
    <dgm:cxn modelId="{BCAC0540-E380-47DB-8494-288FBEE9BEC7}" srcId="{EB497690-B9A8-4368-B4A0-CC2A77C4C0BA}" destId="{3B32B7A7-846F-4EB6-891B-E4578BDA32AA}" srcOrd="2" destOrd="0" parTransId="{130C959B-2FE9-4CB8-995D-1E01530A0EF0}" sibTransId="{D5792C9C-BD82-4173-A6EE-E63CE606C0EE}"/>
    <dgm:cxn modelId="{8000CC43-70A2-3F4C-8DF1-BC9CD6D88390}" type="presOf" srcId="{3BCFBD2A-4895-4B6C-9BFC-1BB54AE09E21}" destId="{51A385C7-257A-C549-B71B-4DC6845F8DC1}" srcOrd="1" destOrd="0" presId="urn:microsoft.com/office/officeart/2005/8/layout/list1"/>
    <dgm:cxn modelId="{E1251559-C8FB-42DD-8925-3E2DA3FCE6AF}" srcId="{EB497690-B9A8-4368-B4A0-CC2A77C4C0BA}" destId="{A690AC6C-C692-4C2D-A99F-5475E0AC4751}" srcOrd="1" destOrd="0" parTransId="{006C4AA4-EAB8-4A58-BFC1-D29223C0C5B6}" sibTransId="{47BF3718-D2D3-4AFB-BC47-F7B6A00139E1}"/>
    <dgm:cxn modelId="{5D4EB75B-0EB7-6F45-AECE-E158451CDCE7}" type="presOf" srcId="{DD219674-0183-3D4D-BB8A-2634C53D1712}" destId="{BEBD1C23-03F2-AB48-8E6F-CC29CB759CD8}" srcOrd="0" destOrd="1" presId="urn:microsoft.com/office/officeart/2005/8/layout/list1"/>
    <dgm:cxn modelId="{7EE41966-9139-4D75-96E9-015689307C0D}" srcId="{3B32B7A7-846F-4EB6-891B-E4578BDA32AA}" destId="{FD13D383-2CE6-4A80-BCBB-346F9AB3337D}" srcOrd="0" destOrd="0" parTransId="{1186A6EC-BBAC-4500-B50D-CB49616344E3}" sibTransId="{9EEFB5CB-C3D0-484C-9B70-5C89D93EDB7D}"/>
    <dgm:cxn modelId="{1E52866E-0F65-2947-A635-D46C4687EC49}" type="presOf" srcId="{7FA8157E-D9AE-41C0-B1C2-74CC0499CB7D}" destId="{5E0ACFD9-E6C3-304D-87CC-70FFA1873CA3}" srcOrd="0" destOrd="1" presId="urn:microsoft.com/office/officeart/2005/8/layout/list1"/>
    <dgm:cxn modelId="{EA0F9A74-70CA-9A4C-AC84-67441762AFE3}" type="presOf" srcId="{FD13D383-2CE6-4A80-BCBB-346F9AB3337D}" destId="{BEBD1C23-03F2-AB48-8E6F-CC29CB759CD8}" srcOrd="0" destOrd="0" presId="urn:microsoft.com/office/officeart/2005/8/layout/list1"/>
    <dgm:cxn modelId="{D37A957B-6197-2549-8CE6-450C10C3ED1E}" type="presOf" srcId="{EB497690-B9A8-4368-B4A0-CC2A77C4C0BA}" destId="{92B1AC86-260E-834E-9AC7-847AB3CD500F}" srcOrd="0" destOrd="0" presId="urn:microsoft.com/office/officeart/2005/8/layout/list1"/>
    <dgm:cxn modelId="{7E11FC84-5769-D34B-998E-CA937C41618E}" type="presOf" srcId="{A690AC6C-C692-4C2D-A99F-5475E0AC4751}" destId="{52DF4F1E-02D9-2E40-8250-8270901F8C2B}" srcOrd="1" destOrd="0" presId="urn:microsoft.com/office/officeart/2005/8/layout/list1"/>
    <dgm:cxn modelId="{7DF5868F-2282-4B13-A394-4EEEFE9247C3}" srcId="{A690AC6C-C692-4C2D-A99F-5475E0AC4751}" destId="{6F7BE6E0-DDB0-44EA-AAAA-58677C7E1C6B}" srcOrd="0" destOrd="0" parTransId="{0704EBC5-354E-4506-BF8A-2AB35789BA51}" sibTransId="{ED6C7BC3-8A6E-4BA3-9768-FF5DC97C77BF}"/>
    <dgm:cxn modelId="{0168B1AD-6C82-884E-947C-2220CBF58509}" type="presOf" srcId="{A690AC6C-C692-4C2D-A99F-5475E0AC4751}" destId="{82E95B8C-9D25-EA46-B7D5-EFD5F1E67883}" srcOrd="0" destOrd="0" presId="urn:microsoft.com/office/officeart/2005/8/layout/list1"/>
    <dgm:cxn modelId="{E59712AF-E33D-4DB1-9629-A1D4AB347650}" srcId="{A690AC6C-C692-4C2D-A99F-5475E0AC4751}" destId="{7FA8157E-D9AE-41C0-B1C2-74CC0499CB7D}" srcOrd="1" destOrd="0" parTransId="{4BE77B1C-D38F-4E9F-9FAD-D5BA88B58F87}" sibTransId="{F096535F-34A1-4778-BAA8-2C47934704F8}"/>
    <dgm:cxn modelId="{8EC449B4-287C-E74B-9944-A104B8612642}" type="presOf" srcId="{3B32B7A7-846F-4EB6-891B-E4578BDA32AA}" destId="{391ED281-B494-7646-B108-0DA2FAF76943}" srcOrd="1" destOrd="0" presId="urn:microsoft.com/office/officeart/2005/8/layout/list1"/>
    <dgm:cxn modelId="{389756BF-A9C5-6C4B-9E7F-41BE54E1B3D1}" srcId="{FD13D383-2CE6-4A80-BCBB-346F9AB3337D}" destId="{DD219674-0183-3D4D-BB8A-2634C53D1712}" srcOrd="0" destOrd="0" parTransId="{748633F8-BFE8-4B45-9C72-389DFA6C26B7}" sibTransId="{42317B96-80C1-7042-A141-3D15087880BB}"/>
    <dgm:cxn modelId="{DA7065D8-A087-1B46-9563-39A335A067E8}" type="presOf" srcId="{3B32B7A7-846F-4EB6-891B-E4578BDA32AA}" destId="{D6FA3B34-116E-204E-ABF6-D35FAC6906A1}" srcOrd="0" destOrd="0" presId="urn:microsoft.com/office/officeart/2005/8/layout/list1"/>
    <dgm:cxn modelId="{351153F6-21F9-42A7-B48D-CCE09F59BD33}" srcId="{EB497690-B9A8-4368-B4A0-CC2A77C4C0BA}" destId="{3BCFBD2A-4895-4B6C-9BFC-1BB54AE09E21}" srcOrd="0" destOrd="0" parTransId="{B5C8FAB4-B00F-45C3-82A6-AA1ECCFE06E7}" sibTransId="{8AA2C24E-297C-4AC2-8E20-F9BC142F80FF}"/>
    <dgm:cxn modelId="{7A841AF8-2393-E644-BEFB-55D30EA121DC}" type="presOf" srcId="{3BCFBD2A-4895-4B6C-9BFC-1BB54AE09E21}" destId="{3F776480-0189-5446-8C68-68CF04E803B8}" srcOrd="0" destOrd="0" presId="urn:microsoft.com/office/officeart/2005/8/layout/list1"/>
    <dgm:cxn modelId="{7AAE24FA-7043-044C-BAD2-BEF1A6969874}" type="presOf" srcId="{755CD86F-9A5B-4E39-BCBA-A7B355142628}" destId="{5E0ACFD9-E6C3-304D-87CC-70FFA1873CA3}" srcOrd="0" destOrd="2" presId="urn:microsoft.com/office/officeart/2005/8/layout/list1"/>
    <dgm:cxn modelId="{63DB20FB-5768-4A09-8ED5-4EA325F754B5}" srcId="{A690AC6C-C692-4C2D-A99F-5475E0AC4751}" destId="{755CD86F-9A5B-4E39-BCBA-A7B355142628}" srcOrd="2" destOrd="0" parTransId="{3D779222-DC58-47F4-9F8C-1F14EAEA8B0C}" sibTransId="{52FC3612-DCBC-4689-AFC2-4E5D1DEF0B9E}"/>
    <dgm:cxn modelId="{6B2E54FF-DF0A-534A-B07B-CBD7A718AE74}" type="presParOf" srcId="{92B1AC86-260E-834E-9AC7-847AB3CD500F}" destId="{E0CF22EA-A0E1-C04B-BCDC-353544BE536D}" srcOrd="0" destOrd="0" presId="urn:microsoft.com/office/officeart/2005/8/layout/list1"/>
    <dgm:cxn modelId="{79207CD7-7F5C-7042-86FB-0F71AF8A1EE6}" type="presParOf" srcId="{E0CF22EA-A0E1-C04B-BCDC-353544BE536D}" destId="{3F776480-0189-5446-8C68-68CF04E803B8}" srcOrd="0" destOrd="0" presId="urn:microsoft.com/office/officeart/2005/8/layout/list1"/>
    <dgm:cxn modelId="{405FEE03-32EE-AE43-BB3A-8559A18F83F0}" type="presParOf" srcId="{E0CF22EA-A0E1-C04B-BCDC-353544BE536D}" destId="{51A385C7-257A-C549-B71B-4DC6845F8DC1}" srcOrd="1" destOrd="0" presId="urn:microsoft.com/office/officeart/2005/8/layout/list1"/>
    <dgm:cxn modelId="{0DD60CA4-0424-3542-BB70-07468C0EAF97}" type="presParOf" srcId="{92B1AC86-260E-834E-9AC7-847AB3CD500F}" destId="{DF8AF156-41D5-584E-8E99-B205910F9A38}" srcOrd="1" destOrd="0" presId="urn:microsoft.com/office/officeart/2005/8/layout/list1"/>
    <dgm:cxn modelId="{AE8DBFF7-CDBD-CE48-8FA7-34FF96B802B7}" type="presParOf" srcId="{92B1AC86-260E-834E-9AC7-847AB3CD500F}" destId="{870BE30A-A202-E040-B2FF-3837740B50D8}" srcOrd="2" destOrd="0" presId="urn:microsoft.com/office/officeart/2005/8/layout/list1"/>
    <dgm:cxn modelId="{16B4DD2C-1424-6247-8FCD-5E44EE119B18}" type="presParOf" srcId="{92B1AC86-260E-834E-9AC7-847AB3CD500F}" destId="{13C25B65-D947-1F49-8259-E7139A9B2DF5}" srcOrd="3" destOrd="0" presId="urn:microsoft.com/office/officeart/2005/8/layout/list1"/>
    <dgm:cxn modelId="{91837983-32CD-0E43-97F6-D365831FC3DD}" type="presParOf" srcId="{92B1AC86-260E-834E-9AC7-847AB3CD500F}" destId="{07AFB6B3-8FE9-F344-8626-B58DD1235487}" srcOrd="4" destOrd="0" presId="urn:microsoft.com/office/officeart/2005/8/layout/list1"/>
    <dgm:cxn modelId="{A98C78FF-6F6D-C640-A1C2-99F87A2DEB16}" type="presParOf" srcId="{07AFB6B3-8FE9-F344-8626-B58DD1235487}" destId="{82E95B8C-9D25-EA46-B7D5-EFD5F1E67883}" srcOrd="0" destOrd="0" presId="urn:microsoft.com/office/officeart/2005/8/layout/list1"/>
    <dgm:cxn modelId="{61CEB3C1-B5E9-B748-923B-5F877DB68406}" type="presParOf" srcId="{07AFB6B3-8FE9-F344-8626-B58DD1235487}" destId="{52DF4F1E-02D9-2E40-8250-8270901F8C2B}" srcOrd="1" destOrd="0" presId="urn:microsoft.com/office/officeart/2005/8/layout/list1"/>
    <dgm:cxn modelId="{A562D9CF-38D1-8F41-BD83-AA2BC4CE7AB1}" type="presParOf" srcId="{92B1AC86-260E-834E-9AC7-847AB3CD500F}" destId="{069BD545-91D1-6F4F-96C4-30B427DFB5BE}" srcOrd="5" destOrd="0" presId="urn:microsoft.com/office/officeart/2005/8/layout/list1"/>
    <dgm:cxn modelId="{840EA41A-F826-BD40-98D8-A5431E323A7C}" type="presParOf" srcId="{92B1AC86-260E-834E-9AC7-847AB3CD500F}" destId="{5E0ACFD9-E6C3-304D-87CC-70FFA1873CA3}" srcOrd="6" destOrd="0" presId="urn:microsoft.com/office/officeart/2005/8/layout/list1"/>
    <dgm:cxn modelId="{DA70EB60-9294-374A-8C63-19837319C69B}" type="presParOf" srcId="{92B1AC86-260E-834E-9AC7-847AB3CD500F}" destId="{7D8792A1-E5F0-9946-B65D-129E8852EBAD}" srcOrd="7" destOrd="0" presId="urn:microsoft.com/office/officeart/2005/8/layout/list1"/>
    <dgm:cxn modelId="{87ECE9C7-D40E-5445-9076-DFF7FAF69894}" type="presParOf" srcId="{92B1AC86-260E-834E-9AC7-847AB3CD500F}" destId="{6B6D3EBF-620F-9E48-878D-E0B698C9EC66}" srcOrd="8" destOrd="0" presId="urn:microsoft.com/office/officeart/2005/8/layout/list1"/>
    <dgm:cxn modelId="{106D41A3-774C-D14B-A7DC-F591A7E08E0D}" type="presParOf" srcId="{6B6D3EBF-620F-9E48-878D-E0B698C9EC66}" destId="{D6FA3B34-116E-204E-ABF6-D35FAC6906A1}" srcOrd="0" destOrd="0" presId="urn:microsoft.com/office/officeart/2005/8/layout/list1"/>
    <dgm:cxn modelId="{79DAAE4C-5174-1347-851C-C49248FFCEE2}" type="presParOf" srcId="{6B6D3EBF-620F-9E48-878D-E0B698C9EC66}" destId="{391ED281-B494-7646-B108-0DA2FAF76943}" srcOrd="1" destOrd="0" presId="urn:microsoft.com/office/officeart/2005/8/layout/list1"/>
    <dgm:cxn modelId="{267205C9-BA42-8C46-9E78-23AAC1BA2E12}" type="presParOf" srcId="{92B1AC86-260E-834E-9AC7-847AB3CD500F}" destId="{AFF93A9C-7CCC-294F-85A3-D559D2B405A8}" srcOrd="9" destOrd="0" presId="urn:microsoft.com/office/officeart/2005/8/layout/list1"/>
    <dgm:cxn modelId="{A1D7DC07-93EF-564E-B9E4-7D2AED73E9C6}" type="presParOf" srcId="{92B1AC86-260E-834E-9AC7-847AB3CD500F}" destId="{BEBD1C23-03F2-AB48-8E6F-CC29CB759CD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BE30A-A202-E040-B2FF-3837740B50D8}">
      <dsp:nvSpPr>
        <dsp:cNvPr id="0" name=""/>
        <dsp:cNvSpPr/>
      </dsp:nvSpPr>
      <dsp:spPr>
        <a:xfrm>
          <a:off x="0" y="35472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385C7-257A-C549-B71B-4DC6845F8DC1}">
      <dsp:nvSpPr>
        <dsp:cNvPr id="0" name=""/>
        <dsp:cNvSpPr/>
      </dsp:nvSpPr>
      <dsp:spPr>
        <a:xfrm>
          <a:off x="345025" y="59520"/>
          <a:ext cx="4830358" cy="59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Start with a pair </a:t>
          </a:r>
          <a:r>
            <a:rPr lang="en-US" sz="2000" kern="1200" dirty="0" err="1"/>
            <a:t>a,b</a:t>
          </a:r>
          <a:r>
            <a:rPr lang="en-US" sz="2000" kern="1200" dirty="0"/>
            <a:t> and assume  a &lt; b</a:t>
          </a:r>
          <a:br>
            <a:rPr lang="en-US" sz="2000" kern="1200" dirty="0"/>
          </a:br>
          <a:endParaRPr lang="en-US" sz="2000" kern="1200" dirty="0"/>
        </a:p>
      </dsp:txBody>
      <dsp:txXfrm>
        <a:off x="373846" y="88341"/>
        <a:ext cx="4772716" cy="532757"/>
      </dsp:txXfrm>
    </dsp:sp>
    <dsp:sp modelId="{5E0ACFD9-E6C3-304D-87CC-70FFA1873CA3}">
      <dsp:nvSpPr>
        <dsp:cNvPr id="0" name=""/>
        <dsp:cNvSpPr/>
      </dsp:nvSpPr>
      <dsp:spPr>
        <a:xfrm>
          <a:off x="0" y="1261920"/>
          <a:ext cx="6900512" cy="264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16560" rIns="53555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Find the r in the expression b=</a:t>
          </a:r>
          <a:r>
            <a:rPr lang="en-US" sz="2000" kern="1200" dirty="0" err="1"/>
            <a:t>aq+r</a:t>
          </a:r>
          <a:br>
            <a:rPr lang="en-US" sz="2000" kern="1200" dirty="0"/>
          </a:b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Overwrite whatever b was to be whatever value a stores</a:t>
          </a:r>
          <a:br>
            <a:rPr lang="en-US" sz="2000" kern="1200" dirty="0"/>
          </a:b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Overwrite whatever a was to be whatever value r is</a:t>
          </a:r>
          <a:br>
            <a:rPr lang="en-US" sz="2000" kern="1200" dirty="0"/>
          </a:br>
          <a:endParaRPr lang="en-US" sz="2000" kern="1200" dirty="0"/>
        </a:p>
      </dsp:txBody>
      <dsp:txXfrm>
        <a:off x="0" y="1261920"/>
        <a:ext cx="6900512" cy="2646000"/>
      </dsp:txXfrm>
    </dsp:sp>
    <dsp:sp modelId="{52DF4F1E-02D9-2E40-8250-8270901F8C2B}">
      <dsp:nvSpPr>
        <dsp:cNvPr id="0" name=""/>
        <dsp:cNvSpPr/>
      </dsp:nvSpPr>
      <dsp:spPr>
        <a:xfrm>
          <a:off x="345025" y="966720"/>
          <a:ext cx="4830358" cy="590399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While</a:t>
          </a:r>
          <a:r>
            <a:rPr lang="en-US" sz="2000" kern="1200" dirty="0"/>
            <a:t> neither a nor b are 0</a:t>
          </a:r>
        </a:p>
      </dsp:txBody>
      <dsp:txXfrm>
        <a:off x="373846" y="995541"/>
        <a:ext cx="4772716" cy="532757"/>
      </dsp:txXfrm>
    </dsp:sp>
    <dsp:sp modelId="{BEBD1C23-03F2-AB48-8E6F-CC29CB759CD8}">
      <dsp:nvSpPr>
        <dsp:cNvPr id="0" name=""/>
        <dsp:cNvSpPr/>
      </dsp:nvSpPr>
      <dsp:spPr>
        <a:xfrm>
          <a:off x="0" y="4311120"/>
          <a:ext cx="6900512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16560" rIns="53555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The non-zero entry is the </a:t>
          </a:r>
          <a:r>
            <a:rPr lang="en-US" sz="2000" kern="1200" dirty="0" err="1"/>
            <a:t>gcd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conditionals</a:t>
          </a:r>
        </a:p>
      </dsp:txBody>
      <dsp:txXfrm>
        <a:off x="0" y="4311120"/>
        <a:ext cx="6900512" cy="1165500"/>
      </dsp:txXfrm>
    </dsp:sp>
    <dsp:sp modelId="{391ED281-B494-7646-B108-0DA2FAF76943}">
      <dsp:nvSpPr>
        <dsp:cNvPr id="0" name=""/>
        <dsp:cNvSpPr/>
      </dsp:nvSpPr>
      <dsp:spPr>
        <a:xfrm>
          <a:off x="345025" y="4015920"/>
          <a:ext cx="4830358" cy="59039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Once you’re done</a:t>
          </a:r>
        </a:p>
      </dsp:txBody>
      <dsp:txXfrm>
        <a:off x="373846" y="4044741"/>
        <a:ext cx="4772716" cy="532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3CD98-61D7-EB46-B0AC-DB4D007F51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8ACD2-33CB-AD49-825A-13A43A661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7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8ACD2-33CB-AD49-825A-13A43A661A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9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4767-4D16-5045-725D-01726D7FA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78804-1D9F-68D4-E3EE-1588DE12F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D984B-AF5E-4A0B-A419-8661AB21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F58A-80C7-E712-C821-09EFAE15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A37D-10D3-2D2E-32FF-3E6AFE48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6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2385-131E-A735-C791-E0D8B3F5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C866-8E45-B925-2B3D-A8D0C70F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BEB0B-250E-C1FB-CF2D-C0AE9A23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4B982-4009-5674-CF05-81470FCA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7173D-E140-AC2E-CD0A-5CDA126A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8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CB79-3C6B-90C5-DEF6-E47FE80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1609B-F5D4-0D3E-D3DE-23CEF7759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52B6F-A3E7-BA3C-C35E-872B43DD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50722-4277-6ECF-463B-D8EA1ED0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C2F57-0F86-CCAA-47F4-223D2F48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2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B58A-1057-70AC-EBF5-779530E4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9CD6D-4083-8075-B931-F7173A8BF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BAE67-8786-F250-D36B-CAE623FB6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651D5-2022-7559-171C-CB6D3D78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F9AB4-A2B1-3317-D590-D921BF982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0A65E-F2CC-29A0-1701-C6155834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0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B3EE-D95E-30FC-08DB-2EF2F4A2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7787A-1202-D413-BE4D-20DAADA1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07AAA-8C06-5992-975A-C1D49A4E8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D54A5-496C-A448-D653-015CB3169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224BE-ABB4-486C-BC51-5C658C262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7B195D-69E1-C76B-3924-C4C5438D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E26D3-D2F0-7D20-DF1B-4FC16F37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C4300-CF63-FEC2-69A9-9C6FBD9C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9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3C74-4820-C0E8-C1FE-D8BB99367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22791-2C1A-9BA0-8BBC-384A9F79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171E-B580-BBAF-2038-546F312C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84828-2612-8D73-69C4-6AD5F2A6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1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ECEF0-E055-A7C7-1574-88B6CF82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F9F5F-3F17-FC53-BDA0-65AEB8DF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439C4-BCC5-7271-12A8-6A1845B7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CD06-E23F-04B9-88BC-12CAD0B2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6B731-6E51-B2E8-B40D-D3C50F089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805BB-09AE-1AD5-C965-61A2E8A11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D6023-5B94-4F6C-8E14-B72A4D21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CDDD1-DFB0-1311-AFF1-E6F29C77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E213C-D8D6-236F-188C-0CDB3621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2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0532-5272-1F0A-A539-2EA6EA48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8726AF-9662-99E9-E66B-CCE6B7814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A282D-F499-1DDB-66FC-6099C5CB1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1218F-75E4-78B5-EAF1-A79050FB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C7B52-88E7-259E-2E28-247AE0CD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12839-AA2A-CFD2-B10F-4661C6C3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C402-0743-FA01-5F6A-7EE73F76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FC093-EC87-1E7F-7CCC-622EBF8FE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EDB8F-634D-B272-B4D2-95946FF0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0A988-020D-36E5-0FE2-712577A9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9E8C9-1880-D5AC-9B3C-4E11718B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1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546A4-DA67-EC29-9AF0-340EDC4B1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0D048-1B5B-3766-E4D2-47F111FC5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CED6-CB2F-187B-A093-BD9FD895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BE72-05A4-E7E5-AC5A-59D6072A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A58B-532F-F825-1BC6-CA418CA9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3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52CA5-07AA-88DB-8060-7ACCDBD1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66969-88E6-27C8-E863-B62EA62B6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78B03-ABAA-CF40-D706-6433B052E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6C855-4C12-624A-BA39-037C2F9427B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0951F-F723-32E1-C520-F5A322841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0989C-80D7-3CFE-5FED-B5012BE97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0E393-FE07-764E-8798-797B100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EAE1-8442-7BA4-7C97-72FA48CD1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Divisibility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3847E-5CA9-FCEA-55E6-FAF86638EB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3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9726-2798-CE09-A1DD-2720565B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3A30C-BB3A-2F75-90FD-92EBA40D9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Everyone will get another attempt</a:t>
            </a:r>
          </a:p>
          <a:p>
            <a:r>
              <a:rPr lang="en-US" dirty="0"/>
              <a:t>If you’re already happy with your grade</a:t>
            </a:r>
          </a:p>
          <a:p>
            <a:pPr lvl="1"/>
            <a:r>
              <a:rPr lang="en-US" dirty="0"/>
              <a:t>Come back at 6:30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0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4E64-7D78-B3BC-FACE-7DBE26A9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884E-A070-C171-3D16-CE42A9471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 of mathematics devoted to integers and arithmetic functions</a:t>
            </a:r>
          </a:p>
        </p:txBody>
      </p:sp>
    </p:spTree>
    <p:extLst>
      <p:ext uri="{BB962C8B-B14F-4D97-AF65-F5344CB8AC3E}">
        <p14:creationId xmlns:p14="http://schemas.microsoft.com/office/powerpoint/2010/main" val="257609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51262-4B2A-1883-3D7E-09142B6A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Prime numbers and Composite numbers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roups of two to twelve dots, showing that the composite numbers of dots (4, 6, 8, 9, 10, and 12) can be arranged into rectangles but prime numbers cannot">
            <a:extLst>
              <a:ext uri="{FF2B5EF4-FFF2-40B4-BE49-F238E27FC236}">
                <a16:creationId xmlns:a16="http://schemas.microsoft.com/office/drawing/2014/main" id="{191C3620-22B3-4DE5-BBFD-0615DD8D1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1544" y="433256"/>
            <a:ext cx="4087368" cy="575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F35FA2-5D3C-E9CA-6B6D-0B8578A38E2A}"/>
              </a:ext>
            </a:extLst>
          </p:cNvPr>
          <p:cNvSpPr txBox="1"/>
          <p:nvPr/>
        </p:nvSpPr>
        <p:spPr>
          <a:xfrm>
            <a:off x="429491" y="5126182"/>
            <a:ext cx="44645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Prime – only positive factors are 1 and itself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Composite – product of 2 smaller numbers </a:t>
            </a:r>
          </a:p>
        </p:txBody>
      </p:sp>
    </p:spTree>
    <p:extLst>
      <p:ext uri="{BB962C8B-B14F-4D97-AF65-F5344CB8AC3E}">
        <p14:creationId xmlns:p14="http://schemas.microsoft.com/office/powerpoint/2010/main" val="7372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2486-7AB8-54FB-37AA-E18B049B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Theorem of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BA0F8-B73F-A003-9224-8DF4A7912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75"/>
            <a:ext cx="10515600" cy="2135970"/>
          </a:xfrm>
        </p:spPr>
        <p:txBody>
          <a:bodyPr/>
          <a:lstStyle/>
          <a:p>
            <a:r>
              <a:rPr lang="en-US" dirty="0"/>
              <a:t>For all integers greater than 1</a:t>
            </a:r>
          </a:p>
          <a:p>
            <a:pPr lvl="1"/>
            <a:r>
              <a:rPr lang="en-US" dirty="0"/>
              <a:t>They are either prime</a:t>
            </a:r>
          </a:p>
          <a:p>
            <a:pPr lvl="1"/>
            <a:r>
              <a:rPr lang="en-US" dirty="0"/>
              <a:t>Or can be represented by a unique* product of prime numbers</a:t>
            </a:r>
          </a:p>
          <a:p>
            <a:pPr lvl="2"/>
            <a:r>
              <a:rPr lang="en-US" dirty="0"/>
              <a:t>*Provided you don’t care about the order)</a:t>
            </a:r>
          </a:p>
          <a:p>
            <a:pPr lvl="3"/>
            <a:r>
              <a:rPr lang="en-US" dirty="0"/>
              <a:t>Aka a combination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8142A-CA2A-D180-A0FB-6426A0C93FFD}"/>
              </a:ext>
            </a:extLst>
          </p:cNvPr>
          <p:cNvSpPr txBox="1"/>
          <p:nvPr/>
        </p:nvSpPr>
        <p:spPr>
          <a:xfrm>
            <a:off x="0" y="6488668"/>
            <a:ext cx="929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theorem is a statement that has been proven to be true (in the mathematical “proof” sense)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57C23-5E21-94B0-0352-DBBA6CED705B}"/>
              </a:ext>
            </a:extLst>
          </p:cNvPr>
          <p:cNvSpPr txBox="1"/>
          <p:nvPr/>
        </p:nvSpPr>
        <p:spPr>
          <a:xfrm>
            <a:off x="554182" y="4211782"/>
            <a:ext cx="222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76 = 2 *2 * 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9AAFA-6444-A751-D1D9-11100F028BC1}"/>
              </a:ext>
            </a:extLst>
          </p:cNvPr>
          <p:cNvSpPr txBox="1"/>
          <p:nvPr/>
        </p:nvSpPr>
        <p:spPr>
          <a:xfrm>
            <a:off x="0" y="3598242"/>
            <a:ext cx="55815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I generated some random numbers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12BE0-1E24-028F-4FB0-F2B70EE17621}"/>
              </a:ext>
            </a:extLst>
          </p:cNvPr>
          <p:cNvSpPr txBox="1"/>
          <p:nvPr/>
        </p:nvSpPr>
        <p:spPr>
          <a:xfrm>
            <a:off x="554182" y="4827005"/>
            <a:ext cx="2226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33 = 3 * 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5DE60-6936-58F3-1760-DDF140F08F18}"/>
              </a:ext>
            </a:extLst>
          </p:cNvPr>
          <p:cNvSpPr txBox="1"/>
          <p:nvPr/>
        </p:nvSpPr>
        <p:spPr>
          <a:xfrm>
            <a:off x="554181" y="5350225"/>
            <a:ext cx="222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14 = 7 *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E642D-D9F8-F602-3B37-2F96679422D1}"/>
              </a:ext>
            </a:extLst>
          </p:cNvPr>
          <p:cNvSpPr txBox="1"/>
          <p:nvPr/>
        </p:nvSpPr>
        <p:spPr>
          <a:xfrm>
            <a:off x="4003962" y="4211782"/>
            <a:ext cx="5167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432 = 2 * 2 * 2 * 2 * 3 * 3 * 3</a:t>
            </a:r>
          </a:p>
          <a:p>
            <a:r>
              <a:rPr lang="en-US" sz="2800" dirty="0"/>
              <a:t>         = 2</a:t>
            </a:r>
            <a:r>
              <a:rPr lang="en-US" sz="2800" baseline="30000" dirty="0"/>
              <a:t>4</a:t>
            </a:r>
            <a:r>
              <a:rPr lang="en-US" sz="2800" dirty="0"/>
              <a:t> * 3</a:t>
            </a:r>
            <a:r>
              <a:rPr lang="en-US" sz="2800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719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93DF-BE91-C13C-81C9-0FFC4C7E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factorization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EE81-1ECE-B49F-5A83-50F20AF16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all primes required to multiply together to make any number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What is a Prime Factor? - Lesson for Kids Video">
            <a:extLst>
              <a:ext uri="{FF2B5EF4-FFF2-40B4-BE49-F238E27FC236}">
                <a16:creationId xmlns:a16="http://schemas.microsoft.com/office/drawing/2014/main" id="{B0CD5E33-7578-DC87-AE50-8FD291E3F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241" y="3689926"/>
            <a:ext cx="5634759" cy="316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83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A18C-28E4-3B92-378A-B23121DD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 do not wish to make a factor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F554-99E5-4581-1470-AF6717A99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 want my CODE to do it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That’s why I write code</a:t>
            </a:r>
            <a:br>
              <a:rPr lang="en-US" dirty="0"/>
            </a:br>
            <a:endParaRPr lang="en-US" dirty="0"/>
          </a:p>
          <a:p>
            <a:r>
              <a:rPr lang="en-US" dirty="0"/>
              <a:t>So I can’t mix up numbers</a:t>
            </a:r>
          </a:p>
        </p:txBody>
      </p:sp>
    </p:spTree>
    <p:extLst>
      <p:ext uri="{BB962C8B-B14F-4D97-AF65-F5344CB8AC3E}">
        <p14:creationId xmlns:p14="http://schemas.microsoft.com/office/powerpoint/2010/main" val="282243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28F8E2-5772-944F-1C26-0E1DD867A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Lets work together to make an algorithm to make Python do this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5A481C-E51A-B015-682D-8D175022F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Yes a lot exist online already but lets talk it over</a:t>
            </a:r>
          </a:p>
        </p:txBody>
      </p:sp>
    </p:spTree>
    <p:extLst>
      <p:ext uri="{BB962C8B-B14F-4D97-AF65-F5344CB8AC3E}">
        <p14:creationId xmlns:p14="http://schemas.microsoft.com/office/powerpoint/2010/main" val="3128472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ECF1-B95F-44DD-D67E-CB834594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My usual starting point: how do humans do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6413-1805-6914-F70F-70C63054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620" y="1825625"/>
            <a:ext cx="59643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“steps” do you see here?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What shortcuts can we take as humans?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56D8F-043E-90AF-991E-C304510B9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09" r="14054" b="4094"/>
          <a:stretch>
            <a:fillRect/>
          </a:stretch>
        </p:blipFill>
        <p:spPr>
          <a:xfrm>
            <a:off x="0" y="1690688"/>
            <a:ext cx="5928489" cy="503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3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6419-F88E-028D-4A64-6A339465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757E-AD6F-468D-228B-47C3849A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Divide by 2 as many times as you can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a number like 8 – that’s all that you need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something like 6 – we need another step…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by 3 as many times as we can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Solves our problem with 6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Doesn’t solve our problem for 25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by 5 as many times as we can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Not 4 – dividing by 2 should have taken care of any even factors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repeating with odds</a:t>
            </a:r>
          </a:p>
        </p:txBody>
      </p:sp>
    </p:spTree>
    <p:extLst>
      <p:ext uri="{BB962C8B-B14F-4D97-AF65-F5344CB8AC3E}">
        <p14:creationId xmlns:p14="http://schemas.microsoft.com/office/powerpoint/2010/main" val="2561065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A310-72AE-FA14-FFC0-38B70FB1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Cool! A loop - But when do we stop?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FEA13-2C9D-787A-30DF-F04AF13C2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04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look at some factors and see if we can’t identify a pattern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ED13DA-D7C7-F885-734F-3696ED612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552685"/>
              </p:ext>
            </p:extLst>
          </p:nvPr>
        </p:nvGraphicFramePr>
        <p:xfrm>
          <a:off x="2032000" y="2728575"/>
          <a:ext cx="2858655" cy="4053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58655">
                  <a:extLst>
                    <a:ext uri="{9D8B030D-6E8A-4147-A177-3AD203B41FA5}">
                      <a16:colId xmlns:a16="http://schemas.microsoft.com/office/drawing/2014/main" val="3827262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WAYS TO MAKE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6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 *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8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 *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6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 *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118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4 *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14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6 *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72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12 *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92260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CAE346-4792-D61B-6B80-7F69D999963C}"/>
              </a:ext>
            </a:extLst>
          </p:cNvPr>
          <p:cNvCxnSpPr>
            <a:cxnSpLocks/>
          </p:cNvCxnSpPr>
          <p:nvPr/>
        </p:nvCxnSpPr>
        <p:spPr>
          <a:xfrm>
            <a:off x="1787236" y="5237018"/>
            <a:ext cx="480752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868095-8E04-B0D3-4559-E0B80EDE7695}"/>
              </a:ext>
            </a:extLst>
          </p:cNvPr>
          <p:cNvSpPr txBox="1"/>
          <p:nvPr/>
        </p:nvSpPr>
        <p:spPr>
          <a:xfrm>
            <a:off x="6839528" y="4913852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hit a point where there’s always a </a:t>
            </a:r>
            <a:br>
              <a:rPr lang="en-US" dirty="0"/>
            </a:br>
            <a:r>
              <a:rPr lang="en-US" dirty="0"/>
              <a:t>“mirror image” of our earlier factors</a:t>
            </a:r>
          </a:p>
        </p:txBody>
      </p:sp>
    </p:spTree>
    <p:extLst>
      <p:ext uri="{BB962C8B-B14F-4D97-AF65-F5344CB8AC3E}">
        <p14:creationId xmlns:p14="http://schemas.microsoft.com/office/powerpoint/2010/main" val="415270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FF73-2D45-69C3-3B85-E869F058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5" y="365125"/>
            <a:ext cx="1100050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Ok –</a:t>
            </a:r>
            <a:br>
              <a:rPr lang="en-US" dirty="0"/>
            </a:br>
            <a:r>
              <a:rPr lang="en-US" dirty="0"/>
              <a:t>Is there a way we can find that “mirror image” point?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F94FF8-6F6A-E20C-6484-B89C51114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4582" y="1825625"/>
                <a:ext cx="6329218" cy="4351338"/>
              </a:xfrm>
            </p:spPr>
            <p:txBody>
              <a:bodyPr/>
              <a:lstStyle/>
              <a:p>
                <a:r>
                  <a:rPr lang="en-US" dirty="0"/>
                  <a:t>Yes!</a:t>
                </a:r>
              </a:p>
              <a:p>
                <a:endParaRPr lang="en-US" dirty="0"/>
              </a:p>
              <a:p>
                <a:r>
                  <a:rPr lang="en-US" dirty="0"/>
                  <a:t>Square roots!</a:t>
                </a:r>
              </a:p>
              <a:p>
                <a:pPr lvl="1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lang="en-US" dirty="0"/>
                  <a:t> = ~ 3.4</a:t>
                </a:r>
              </a:p>
              <a:p>
                <a:r>
                  <a:rPr lang="en-US" dirty="0"/>
                  <a:t>So we know we can stop looking for prime factors of 12 after we check 3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F94FF8-6F6A-E20C-6484-B89C51114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4582" y="1825625"/>
                <a:ext cx="6329218" cy="4351338"/>
              </a:xfrm>
              <a:blipFill>
                <a:blip r:embed="rId2"/>
                <a:stretch>
                  <a:fillRect l="-18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1EF0A-8C3A-835C-1C3F-76EA714E6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211285"/>
              </p:ext>
            </p:extLst>
          </p:nvPr>
        </p:nvGraphicFramePr>
        <p:xfrm>
          <a:off x="217054" y="2258060"/>
          <a:ext cx="2858655" cy="4053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58655">
                  <a:extLst>
                    <a:ext uri="{9D8B030D-6E8A-4147-A177-3AD203B41FA5}">
                      <a16:colId xmlns:a16="http://schemas.microsoft.com/office/drawing/2014/main" val="3827262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WAYS TO MAKE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6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 *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8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 *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6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 *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118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4 *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14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6 *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72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12 *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92260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4A594A-8F4B-AD9B-4801-4DCC00AD68BC}"/>
              </a:ext>
            </a:extLst>
          </p:cNvPr>
          <p:cNvCxnSpPr>
            <a:cxnSpLocks/>
          </p:cNvCxnSpPr>
          <p:nvPr/>
        </p:nvCxnSpPr>
        <p:spPr>
          <a:xfrm>
            <a:off x="-27710" y="4766503"/>
            <a:ext cx="349134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2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96BD-AD9E-8A49-1AD9-881B3568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this work for any number?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838A-0470-F1D7-4504-D188CB130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710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Factors of 36</a:t>
            </a:r>
          </a:p>
          <a:p>
            <a:pPr lvl="1"/>
            <a:r>
              <a:rPr lang="en-US" dirty="0"/>
              <a:t>1 * 36</a:t>
            </a:r>
          </a:p>
          <a:p>
            <a:pPr lvl="1"/>
            <a:r>
              <a:rPr lang="en-US" dirty="0"/>
              <a:t>2 * 18</a:t>
            </a:r>
          </a:p>
          <a:p>
            <a:pPr lvl="1"/>
            <a:r>
              <a:rPr lang="en-US" dirty="0"/>
              <a:t>3 * 12</a:t>
            </a:r>
          </a:p>
          <a:p>
            <a:pPr lvl="1"/>
            <a:r>
              <a:rPr lang="en-US" dirty="0"/>
              <a:t>4 * 9</a:t>
            </a:r>
          </a:p>
          <a:p>
            <a:pPr lvl="1"/>
            <a:r>
              <a:rPr lang="en-US" dirty="0"/>
              <a:t>6 * 6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28F42D-831B-4B32-A735-B38B266386F1}"/>
              </a:ext>
            </a:extLst>
          </p:cNvPr>
          <p:cNvSpPr txBox="1">
            <a:spLocks/>
          </p:cNvSpPr>
          <p:nvPr/>
        </p:nvSpPr>
        <p:spPr>
          <a:xfrm>
            <a:off x="4229100" y="1825625"/>
            <a:ext cx="2847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Factors of 81</a:t>
            </a:r>
          </a:p>
          <a:p>
            <a:pPr lvl="1"/>
            <a:r>
              <a:rPr lang="en-US" dirty="0"/>
              <a:t>1 * 81</a:t>
            </a:r>
          </a:p>
          <a:p>
            <a:pPr lvl="1"/>
            <a:r>
              <a:rPr lang="en-US" dirty="0"/>
              <a:t>3 * 27</a:t>
            </a:r>
          </a:p>
          <a:p>
            <a:pPr lvl="1"/>
            <a:r>
              <a:rPr lang="en-US" dirty="0"/>
              <a:t>9 * 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11867B-61CE-D715-14EB-8439C5E66529}"/>
              </a:ext>
            </a:extLst>
          </p:cNvPr>
          <p:cNvSpPr txBox="1">
            <a:spLocks/>
          </p:cNvSpPr>
          <p:nvPr/>
        </p:nvSpPr>
        <p:spPr>
          <a:xfrm>
            <a:off x="8506691" y="1850159"/>
            <a:ext cx="2847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Factors of 91</a:t>
            </a:r>
          </a:p>
          <a:p>
            <a:pPr lvl="1"/>
            <a:r>
              <a:rPr lang="en-US" dirty="0"/>
              <a:t>1 * 91</a:t>
            </a:r>
          </a:p>
          <a:p>
            <a:pPr lvl="1"/>
            <a:r>
              <a:rPr lang="en-US" dirty="0"/>
              <a:t>7 * 13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4F481-554A-5330-534B-9F622686F389}"/>
                  </a:ext>
                </a:extLst>
              </p:cNvPr>
              <p:cNvSpPr txBox="1"/>
              <p:nvPr/>
            </p:nvSpPr>
            <p:spPr>
              <a:xfrm>
                <a:off x="1094508" y="5101201"/>
                <a:ext cx="2999509" cy="698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</m:oMath>
                </a14:m>
                <a:r>
                  <a:rPr lang="en-US" sz="3600" dirty="0"/>
                  <a:t> = 6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4F481-554A-5330-534B-9F622686F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508" y="5101201"/>
                <a:ext cx="2999509" cy="698589"/>
              </a:xfrm>
              <a:prstGeom prst="rect">
                <a:avLst/>
              </a:prstGeom>
              <a:blipFill>
                <a:blip r:embed="rId2"/>
                <a:stretch>
                  <a:fillRect t="-3571" b="-33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AE63BB-37F7-F948-EE26-00A08697B115}"/>
                  </a:ext>
                </a:extLst>
              </p:cNvPr>
              <p:cNvSpPr txBox="1"/>
              <p:nvPr/>
            </p:nvSpPr>
            <p:spPr>
              <a:xfrm>
                <a:off x="4779817" y="5101201"/>
                <a:ext cx="2999509" cy="698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81</m:t>
                        </m:r>
                      </m:e>
                    </m:rad>
                  </m:oMath>
                </a14:m>
                <a:r>
                  <a:rPr lang="en-US" sz="3600" dirty="0"/>
                  <a:t> = 9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AE63BB-37F7-F948-EE26-00A08697B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817" y="5101201"/>
                <a:ext cx="2999509" cy="698589"/>
              </a:xfrm>
              <a:prstGeom prst="rect">
                <a:avLst/>
              </a:prstGeom>
              <a:blipFill>
                <a:blip r:embed="rId3"/>
                <a:stretch>
                  <a:fillRect t="-3571" b="-33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B1BE78-0BC9-469D-ADEE-E0683AC65792}"/>
                  </a:ext>
                </a:extLst>
              </p:cNvPr>
              <p:cNvSpPr txBox="1"/>
              <p:nvPr/>
            </p:nvSpPr>
            <p:spPr>
              <a:xfrm>
                <a:off x="8506691" y="5101201"/>
                <a:ext cx="2999509" cy="698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91</m:t>
                        </m:r>
                      </m:e>
                    </m:rad>
                  </m:oMath>
                </a14:m>
                <a:r>
                  <a:rPr lang="en-US" sz="3600" dirty="0"/>
                  <a:t> = ~9.5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B1BE78-0BC9-469D-ADEE-E0683AC65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91" y="5101201"/>
                <a:ext cx="2999509" cy="698589"/>
              </a:xfrm>
              <a:prstGeom prst="rect">
                <a:avLst/>
              </a:prstGeom>
              <a:blipFill>
                <a:blip r:embed="rId4"/>
                <a:stretch>
                  <a:fillRect t="-3571" b="-33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F4781D5-CE97-67DA-ACA2-B634FF5AD916}"/>
              </a:ext>
            </a:extLst>
          </p:cNvPr>
          <p:cNvSpPr txBox="1"/>
          <p:nvPr/>
        </p:nvSpPr>
        <p:spPr>
          <a:xfrm>
            <a:off x="11353800" y="6488668"/>
            <a:ext cx="725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Yeah!</a:t>
            </a:r>
          </a:p>
        </p:txBody>
      </p:sp>
    </p:spTree>
    <p:extLst>
      <p:ext uri="{BB962C8B-B14F-4D97-AF65-F5344CB8AC3E}">
        <p14:creationId xmlns:p14="http://schemas.microsoft.com/office/powerpoint/2010/main" val="212657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719C-A7E6-CCEE-DB79-BC1F1030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back to our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7E185-7785-9A50-B078-5409893B9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Divide by 2 as many times as you can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a number like 8 – that’s all that you need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something like 6 – we need another step…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by 3 as many times as we can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Solves our problem with 6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Doesn’t solve our problem for 25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by 5 as many times as we can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Not 4 – dividing by 2 should have taken care of any even factors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repeating with odds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UNTIL we try the odd number &lt;= to our square root</a:t>
            </a:r>
          </a:p>
        </p:txBody>
      </p:sp>
    </p:spTree>
    <p:extLst>
      <p:ext uri="{BB962C8B-B14F-4D97-AF65-F5344CB8AC3E}">
        <p14:creationId xmlns:p14="http://schemas.microsoft.com/office/powerpoint/2010/main" val="140508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0EDB-C2A8-3CB2-4841-585D7489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by 2 as many times as you can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33ECBD-0E4E-2E40-E8DD-7009FB067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2350" y="2305844"/>
            <a:ext cx="10147300" cy="3390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FADAFE-C9AE-204F-830E-3E90E4877F51}"/>
              </a:ext>
            </a:extLst>
          </p:cNvPr>
          <p:cNvSpPr txBox="1"/>
          <p:nvPr/>
        </p:nvSpPr>
        <p:spPr>
          <a:xfrm>
            <a:off x="10030647" y="4184073"/>
            <a:ext cx="162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Repeatedly divide by 2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540C5-FC4D-10AD-A392-06E143D9026F}"/>
              </a:ext>
            </a:extLst>
          </p:cNvPr>
          <p:cNvSpPr txBox="1"/>
          <p:nvPr/>
        </p:nvSpPr>
        <p:spPr>
          <a:xfrm>
            <a:off x="9365673" y="2994567"/>
            <a:ext cx="228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UNTIL we get an odd number</a:t>
            </a:r>
          </a:p>
        </p:txBody>
      </p:sp>
    </p:spTree>
    <p:extLst>
      <p:ext uri="{BB962C8B-B14F-4D97-AF65-F5344CB8AC3E}">
        <p14:creationId xmlns:p14="http://schemas.microsoft.com/office/powerpoint/2010/main" val="367162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2C2E-8D30-7289-0395-4B63E3E7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3 until the square root…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DD795-7824-1F46-EB0B-EFF592C5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4843"/>
            <a:ext cx="6832600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DDAC37-CBF5-EAFD-F6E9-FEB01679E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66753"/>
            <a:ext cx="10674659" cy="96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EA21-AE75-1C63-BBD6-E75EB1C9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3 until the square root… </a:t>
            </a:r>
            <a:br>
              <a:rPr lang="en-US" dirty="0"/>
            </a:br>
            <a:r>
              <a:rPr lang="en-US" dirty="0"/>
              <a:t>Divide by that number as many times as you can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4FE57B-DBE4-4B80-D770-25F8171BD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1051"/>
            <a:ext cx="10515600" cy="376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67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6F60-0B71-999A-889E-09D1B4AD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Isn’t it kind of inefficient to try 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41475-F9AE-41CF-F67D-E3E11989C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Yeah</a:t>
            </a:r>
          </a:p>
          <a:p>
            <a:r>
              <a:rPr lang="en-US" dirty="0"/>
              <a:t>Nobody has a better way yet</a:t>
            </a:r>
          </a:p>
          <a:p>
            <a:pPr lvl="1"/>
            <a:r>
              <a:rPr lang="en-US" dirty="0"/>
              <a:t>This is to your benefit</a:t>
            </a:r>
          </a:p>
          <a:p>
            <a:pPr lvl="1"/>
            <a:r>
              <a:rPr lang="en-US" dirty="0"/>
              <a:t>We’ll talk about cryptography another day though</a:t>
            </a:r>
          </a:p>
        </p:txBody>
      </p:sp>
    </p:spTree>
    <p:extLst>
      <p:ext uri="{BB962C8B-B14F-4D97-AF65-F5344CB8AC3E}">
        <p14:creationId xmlns:p14="http://schemas.microsoft.com/office/powerpoint/2010/main" val="1401052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FA2F-D9F7-326A-31BA-ADE8305C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have 2 different implementations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C1687-1F36-A216-D7B3-3BA12FBBD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from these slides</a:t>
            </a:r>
          </a:p>
          <a:p>
            <a:r>
              <a:rPr lang="en-US" dirty="0"/>
              <a:t>One I built after that I like better? </a:t>
            </a:r>
          </a:p>
          <a:p>
            <a:endParaRPr lang="en-US" dirty="0"/>
          </a:p>
          <a:p>
            <a:r>
              <a:rPr lang="en-US" dirty="0"/>
              <a:t>Read </a:t>
            </a:r>
            <a:r>
              <a:rPr lang="en-US" dirty="0" err="1"/>
              <a:t>em</a:t>
            </a:r>
            <a:r>
              <a:rPr lang="en-US" dirty="0"/>
              <a:t> over and see what makes sense to you</a:t>
            </a:r>
          </a:p>
          <a:p>
            <a:endParaRPr lang="en-US" dirty="0"/>
          </a:p>
          <a:p>
            <a:r>
              <a:rPr lang="en-US" dirty="0"/>
              <a:t>I stuck to only whiles</a:t>
            </a:r>
          </a:p>
          <a:p>
            <a:pPr lvl="1"/>
            <a:r>
              <a:rPr lang="en-US" dirty="0"/>
              <a:t>Since that’s where my current 5001 students are at </a:t>
            </a:r>
          </a:p>
          <a:p>
            <a:pPr lvl="1"/>
            <a:r>
              <a:rPr lang="en-US" dirty="0"/>
              <a:t>But for loops would simplify </a:t>
            </a:r>
          </a:p>
        </p:txBody>
      </p:sp>
    </p:spTree>
    <p:extLst>
      <p:ext uri="{BB962C8B-B14F-4D97-AF65-F5344CB8AC3E}">
        <p14:creationId xmlns:p14="http://schemas.microsoft.com/office/powerpoint/2010/main" val="2794889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F42D-DD88-90C3-6D6D-90E08E17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any positive integer be represented as the sum of a bunch of primes?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BFDC-0F2A-1211-5007-363639DA7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9236"/>
            <a:ext cx="10515600" cy="4308764"/>
          </a:xfrm>
        </p:spPr>
        <p:txBody>
          <a:bodyPr/>
          <a:lstStyle/>
          <a:p>
            <a:r>
              <a:rPr lang="en-US" dirty="0"/>
              <a:t>Multiplication can be represented as addition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098" name="Picture 2" descr="Multiplication as Repeated Addition">
            <a:extLst>
              <a:ext uri="{FF2B5EF4-FFF2-40B4-BE49-F238E27FC236}">
                <a16:creationId xmlns:a16="http://schemas.microsoft.com/office/drawing/2014/main" id="{F499D28C-1E0D-9E66-B01D-4A7BAC759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459" y="3273815"/>
            <a:ext cx="4803487" cy="269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099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03426-1025-280C-ED3A-7A47F013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8D389-89B5-D1F4-0DE3-735C26648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14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A675-6655-1561-A076-6773FB6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EA12-7A22-131F-4DCE-1198E6977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8855" cy="4351338"/>
          </a:xfrm>
        </p:spPr>
        <p:txBody>
          <a:bodyPr/>
          <a:lstStyle/>
          <a:p>
            <a:r>
              <a:rPr lang="en-US" dirty="0"/>
              <a:t>In Python: </a:t>
            </a:r>
          </a:p>
          <a:p>
            <a:pPr lvl="1"/>
            <a:r>
              <a:rPr lang="en-US" dirty="0"/>
              <a:t>a % b == 0</a:t>
            </a:r>
          </a:p>
          <a:p>
            <a:pPr lvl="1"/>
            <a:r>
              <a:rPr lang="en-US" dirty="0"/>
              <a:t>True means a is evenly divisible by b</a:t>
            </a:r>
          </a:p>
          <a:p>
            <a:endParaRPr lang="en-US" dirty="0"/>
          </a:p>
          <a:p>
            <a:r>
              <a:rPr lang="en-US" dirty="0"/>
              <a:t>In Math… </a:t>
            </a:r>
            <a:r>
              <a:rPr lang="en-US" dirty="0" err="1"/>
              <a:t>a|b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50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2F12-4282-7269-2CD5-18954DDE0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| b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4D0E2D-ED2B-15F6-2BE9-70AC42F7EB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25236" y="1076309"/>
            <a:ext cx="10515600" cy="30915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Meaning we can divide a by b and get a whole number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Put another way…</a:t>
            </a:r>
          </a:p>
          <a:p>
            <a:pPr lvl="1"/>
            <a:r>
              <a:rPr lang="en-US" dirty="0"/>
              <a:t>There is some number (c) we can multiply by a to get b</a:t>
            </a:r>
          </a:p>
          <a:p>
            <a:endParaRPr lang="en-US" dirty="0"/>
          </a:p>
          <a:p>
            <a:r>
              <a:rPr lang="en-US" dirty="0"/>
              <a:t>Ex.</a:t>
            </a:r>
          </a:p>
          <a:p>
            <a:pPr lvl="1"/>
            <a:r>
              <a:rPr lang="en-US" dirty="0"/>
              <a:t>3 | 12</a:t>
            </a:r>
          </a:p>
          <a:p>
            <a:pPr lvl="1"/>
            <a:r>
              <a:rPr lang="en-US" dirty="0"/>
              <a:t>There is some number (4) that we can multiply by 3 to get 12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90C28-330C-7F3A-7C0C-9716F1DAF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308" y="4471869"/>
            <a:ext cx="9268691" cy="236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61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BDB5-D299-A0D5-8B12-8D255BD5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|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F8BAE-9DF6-9381-AE2F-4592D2698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 hey a predicate!</a:t>
            </a:r>
          </a:p>
          <a:p>
            <a:pPr lvl="1"/>
            <a:r>
              <a:rPr lang="en-US" dirty="0"/>
              <a:t>If we plug in values for a and b we get a strictly true or false statement!</a:t>
            </a:r>
          </a:p>
          <a:p>
            <a:endParaRPr lang="en-US" dirty="0"/>
          </a:p>
          <a:p>
            <a:r>
              <a:rPr lang="en-US" dirty="0"/>
              <a:t>5 | 10 </a:t>
            </a:r>
            <a:r>
              <a:rPr lang="en-US" dirty="0">
                <a:sym typeface="Wingdings" pitchFamily="2" charset="2"/>
              </a:rPr>
              <a:t> True (since 5 * 2 is 10)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44 | 3  False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002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D94A-3768-2BC0-EDCE-DCCDEC3B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95EB-C492-64AC-BB08-FFEFB215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Greatest Common Divisor</a:t>
            </a:r>
          </a:p>
          <a:p>
            <a:pPr lvl="1"/>
            <a:r>
              <a:rPr lang="en-US" dirty="0"/>
              <a:t>Largest integer that divides 2 different numbers</a:t>
            </a:r>
          </a:p>
          <a:p>
            <a:endParaRPr lang="en-US" dirty="0"/>
          </a:p>
          <a:p>
            <a:r>
              <a:rPr lang="en-US" dirty="0" err="1"/>
              <a:t>gcd</a:t>
            </a:r>
            <a:r>
              <a:rPr lang="en-US" dirty="0"/>
              <a:t>(12, 15) = 3</a:t>
            </a:r>
          </a:p>
          <a:p>
            <a:endParaRPr lang="en-US" dirty="0"/>
          </a:p>
          <a:p>
            <a:r>
              <a:rPr lang="en-US" dirty="0"/>
              <a:t>Formal definition</a:t>
            </a:r>
          </a:p>
          <a:p>
            <a:pPr lvl="1"/>
            <a:r>
              <a:rPr lang="en-US" dirty="0"/>
              <a:t>Let a, b ∈ Z. The greatest common divisor of a and b (denoted </a:t>
            </a:r>
            <a:r>
              <a:rPr lang="en-US" dirty="0" err="1"/>
              <a:t>gcd</a:t>
            </a:r>
            <a:r>
              <a:rPr lang="en-US" dirty="0"/>
              <a:t>(a, b)) is the largest integer g such g divides both a and b</a:t>
            </a:r>
          </a:p>
        </p:txBody>
      </p:sp>
    </p:spTree>
    <p:extLst>
      <p:ext uri="{BB962C8B-B14F-4D97-AF65-F5344CB8AC3E}">
        <p14:creationId xmlns:p14="http://schemas.microsoft.com/office/powerpoint/2010/main" val="2268083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03C4-F0BF-514E-F610-B886CE44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gcd</a:t>
            </a:r>
            <a:r>
              <a:rPr lang="en-US" dirty="0"/>
              <a:t> and factorization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C136-8F16-3338-7994-692508AB9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Lets say we had a set of all prime numbers ever</a:t>
            </a:r>
          </a:p>
          <a:p>
            <a:pPr lvl="1"/>
            <a:r>
              <a:rPr lang="en-US" dirty="0"/>
              <a:t>P = {P</a:t>
            </a:r>
            <a:r>
              <a:rPr lang="en-US" baseline="-25000" dirty="0"/>
              <a:t>1</a:t>
            </a:r>
            <a:r>
              <a:rPr lang="en-US" dirty="0"/>
              <a:t>, P</a:t>
            </a:r>
            <a:r>
              <a:rPr lang="en-US" baseline="-25000" dirty="0"/>
              <a:t>2</a:t>
            </a:r>
            <a:r>
              <a:rPr lang="en-US" dirty="0"/>
              <a:t>, P</a:t>
            </a:r>
            <a:r>
              <a:rPr lang="en-US" baseline="-25000" dirty="0"/>
              <a:t>3</a:t>
            </a:r>
            <a:r>
              <a:rPr lang="en-US" dirty="0"/>
              <a:t>, P</a:t>
            </a:r>
            <a:r>
              <a:rPr lang="en-US" baseline="-25000" dirty="0"/>
              <a:t>4</a:t>
            </a:r>
            <a:r>
              <a:rPr lang="en-US" dirty="0"/>
              <a:t>, ….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dirty="0"/>
              <a:t>}</a:t>
            </a:r>
          </a:p>
          <a:p>
            <a:pPr lvl="1"/>
            <a:endParaRPr lang="en-US" dirty="0"/>
          </a:p>
          <a:p>
            <a:r>
              <a:rPr lang="en-US" dirty="0"/>
              <a:t>We can express any number as…</a:t>
            </a:r>
          </a:p>
          <a:p>
            <a:pPr lvl="1"/>
            <a:r>
              <a:rPr lang="en-US" dirty="0"/>
              <a:t>A = P</a:t>
            </a:r>
            <a:r>
              <a:rPr lang="en-US" baseline="-25000" dirty="0"/>
              <a:t>1</a:t>
            </a:r>
            <a:r>
              <a:rPr lang="en-US" baseline="30000" dirty="0"/>
              <a:t>a1</a:t>
            </a:r>
            <a:r>
              <a:rPr lang="en-US" dirty="0"/>
              <a:t> *  P</a:t>
            </a:r>
            <a:r>
              <a:rPr lang="en-US" baseline="-25000" dirty="0"/>
              <a:t>2</a:t>
            </a:r>
            <a:r>
              <a:rPr lang="en-US" baseline="30000" dirty="0"/>
              <a:t>a2</a:t>
            </a:r>
            <a:r>
              <a:rPr lang="en-US" dirty="0"/>
              <a:t> * P</a:t>
            </a:r>
            <a:r>
              <a:rPr lang="en-US" baseline="-25000" dirty="0"/>
              <a:t>3</a:t>
            </a:r>
            <a:r>
              <a:rPr lang="en-US" baseline="30000" dirty="0"/>
              <a:t>a3</a:t>
            </a:r>
            <a:r>
              <a:rPr lang="en-US" dirty="0"/>
              <a:t> * …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an</a:t>
            </a:r>
            <a:endParaRPr lang="en-US" baseline="30000" dirty="0"/>
          </a:p>
          <a:p>
            <a:pPr lvl="2"/>
            <a:r>
              <a:rPr lang="en-US" dirty="0"/>
              <a:t>Too many exponents for unique letters so we start combining numbers and letters</a:t>
            </a:r>
          </a:p>
          <a:p>
            <a:r>
              <a:rPr lang="en-US" dirty="0"/>
              <a:t>Given 2 numbers</a:t>
            </a:r>
          </a:p>
          <a:p>
            <a:pPr lvl="1"/>
            <a:r>
              <a:rPr lang="en-US" dirty="0"/>
              <a:t>A = P</a:t>
            </a:r>
            <a:r>
              <a:rPr lang="en-US" baseline="-25000" dirty="0"/>
              <a:t>1</a:t>
            </a:r>
            <a:r>
              <a:rPr lang="en-US" baseline="30000" dirty="0"/>
              <a:t>a1</a:t>
            </a:r>
            <a:r>
              <a:rPr lang="en-US" dirty="0"/>
              <a:t> *  P</a:t>
            </a:r>
            <a:r>
              <a:rPr lang="en-US" baseline="-25000" dirty="0"/>
              <a:t>2</a:t>
            </a:r>
            <a:r>
              <a:rPr lang="en-US" baseline="30000" dirty="0"/>
              <a:t>a2</a:t>
            </a:r>
            <a:r>
              <a:rPr lang="en-US" dirty="0"/>
              <a:t> * P</a:t>
            </a:r>
            <a:r>
              <a:rPr lang="en-US" baseline="-25000" dirty="0"/>
              <a:t>3</a:t>
            </a:r>
            <a:r>
              <a:rPr lang="en-US" baseline="30000" dirty="0"/>
              <a:t>a3</a:t>
            </a:r>
            <a:r>
              <a:rPr lang="en-US" dirty="0"/>
              <a:t> * …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an</a:t>
            </a:r>
            <a:endParaRPr lang="en-US" baseline="30000" dirty="0"/>
          </a:p>
          <a:p>
            <a:pPr lvl="1"/>
            <a:r>
              <a:rPr lang="en-US" dirty="0"/>
              <a:t>B = P</a:t>
            </a:r>
            <a:r>
              <a:rPr lang="en-US" baseline="-25000" dirty="0"/>
              <a:t>1</a:t>
            </a:r>
            <a:r>
              <a:rPr lang="en-US" baseline="30000" dirty="0"/>
              <a:t>b1</a:t>
            </a:r>
            <a:r>
              <a:rPr lang="en-US" dirty="0"/>
              <a:t> *  P</a:t>
            </a:r>
            <a:r>
              <a:rPr lang="en-US" baseline="-25000" dirty="0"/>
              <a:t>2</a:t>
            </a:r>
            <a:r>
              <a:rPr lang="en-US" baseline="30000" dirty="0"/>
              <a:t>b2</a:t>
            </a:r>
            <a:r>
              <a:rPr lang="en-US" dirty="0"/>
              <a:t> * P</a:t>
            </a:r>
            <a:r>
              <a:rPr lang="en-US" baseline="-25000" dirty="0"/>
              <a:t>3</a:t>
            </a:r>
            <a:r>
              <a:rPr lang="en-US" baseline="30000" dirty="0"/>
              <a:t>b3</a:t>
            </a:r>
            <a:r>
              <a:rPr lang="en-US" dirty="0"/>
              <a:t> * …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bn</a:t>
            </a:r>
            <a:endParaRPr lang="en-US" baseline="30000" dirty="0"/>
          </a:p>
          <a:p>
            <a:pPr lvl="1"/>
            <a:r>
              <a:rPr lang="en-US" dirty="0" err="1"/>
              <a:t>gcd</a:t>
            </a:r>
            <a:r>
              <a:rPr lang="en-US" dirty="0"/>
              <a:t>(A, B) = P</a:t>
            </a:r>
            <a:r>
              <a:rPr lang="en-US" baseline="-25000" dirty="0"/>
              <a:t>1</a:t>
            </a:r>
            <a:r>
              <a:rPr lang="en-US" baseline="30000" dirty="0"/>
              <a:t>min(a1,b1)</a:t>
            </a:r>
            <a:r>
              <a:rPr lang="en-US" dirty="0"/>
              <a:t> *  P</a:t>
            </a:r>
            <a:r>
              <a:rPr lang="en-US" baseline="-25000" dirty="0"/>
              <a:t>2</a:t>
            </a:r>
            <a:r>
              <a:rPr lang="en-US" baseline="30000" dirty="0"/>
              <a:t>min(a2,b2)</a:t>
            </a:r>
            <a:r>
              <a:rPr lang="en-US" dirty="0"/>
              <a:t> * P</a:t>
            </a:r>
            <a:r>
              <a:rPr lang="en-US" baseline="-25000" dirty="0"/>
              <a:t>3</a:t>
            </a:r>
            <a:r>
              <a:rPr lang="en-US" baseline="30000" dirty="0"/>
              <a:t>min(a3,b3)</a:t>
            </a:r>
            <a:r>
              <a:rPr lang="en-US" dirty="0"/>
              <a:t> * …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min</a:t>
            </a:r>
            <a:r>
              <a:rPr lang="en-US" baseline="30000" dirty="0"/>
              <a:t>(</a:t>
            </a:r>
            <a:r>
              <a:rPr lang="en-US" baseline="30000" dirty="0" err="1"/>
              <a:t>an,bn</a:t>
            </a:r>
            <a:r>
              <a:rPr lang="en-US" baseline="30000" dirty="0"/>
              <a:t>)</a:t>
            </a:r>
          </a:p>
          <a:p>
            <a:pPr lvl="2"/>
            <a:r>
              <a:rPr lang="en-US" dirty="0"/>
              <a:t>Write that down for now and we’ll come back to it later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0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45860-C17F-B0E9-9056-0F76DEAC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E378-F3DD-F3F5-CE5F-8166E530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2419141"/>
            <a:ext cx="1090964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common multiple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24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5595-8F6A-8E69-10A0-C2F3228F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LCM – Quick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5732-9456-5840-C25B-6DE85AFC4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 = Least (aka smallest)</a:t>
            </a:r>
          </a:p>
          <a:p>
            <a:endParaRPr lang="en-US" dirty="0"/>
          </a:p>
          <a:p>
            <a:r>
              <a:rPr lang="en-US" dirty="0"/>
              <a:t>C = Common (aka shared)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 = Multiple </a:t>
            </a:r>
          </a:p>
          <a:p>
            <a:pPr lvl="1"/>
            <a:r>
              <a:rPr lang="en-US" dirty="0"/>
              <a:t>x is a multiple of y</a:t>
            </a:r>
          </a:p>
          <a:p>
            <a:pPr lvl="2"/>
            <a:r>
              <a:rPr lang="en-US" dirty="0"/>
              <a:t>y * something else = x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982F6-B356-F17F-E7D9-C8FAD265B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5777765"/>
            <a:ext cx="11548872" cy="106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09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5A17-72CA-F0B0-6AB5-F472AE39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LCM in terms of primes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2E153-BBC0-D1D2-6677-2350B718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658"/>
            <a:ext cx="10515600" cy="51295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Lets look at those primes again</a:t>
            </a:r>
          </a:p>
          <a:p>
            <a:endParaRPr lang="en-US" dirty="0"/>
          </a:p>
          <a:p>
            <a:r>
              <a:rPr lang="en-US" dirty="0"/>
              <a:t>15 = 3 * 5</a:t>
            </a:r>
          </a:p>
          <a:p>
            <a:r>
              <a:rPr lang="en-US" dirty="0"/>
              <a:t>12 = 2</a:t>
            </a:r>
            <a:r>
              <a:rPr lang="en-US" baseline="30000" dirty="0"/>
              <a:t>2</a:t>
            </a:r>
            <a:r>
              <a:rPr lang="en-US" dirty="0"/>
              <a:t> * 3</a:t>
            </a:r>
          </a:p>
          <a:p>
            <a:endParaRPr lang="en-US" dirty="0"/>
          </a:p>
          <a:p>
            <a:r>
              <a:rPr lang="en-US" dirty="0"/>
              <a:t>Any CM is going to need to involve all of the required primes to make 12 and 15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2</a:t>
            </a:r>
          </a:p>
          <a:p>
            <a:pPr lvl="1"/>
            <a:r>
              <a:rPr lang="en-US" dirty="0"/>
              <a:t>3 </a:t>
            </a:r>
          </a:p>
          <a:p>
            <a:pPr lvl="1"/>
            <a:r>
              <a:rPr lang="en-US" dirty="0"/>
              <a:t>5</a:t>
            </a:r>
          </a:p>
          <a:p>
            <a:r>
              <a:rPr lang="en-US" dirty="0"/>
              <a:t>The LCM won’t include any </a:t>
            </a:r>
            <a:r>
              <a:rPr lang="en-US" u="sng" dirty="0"/>
              <a:t>other</a:t>
            </a:r>
            <a:r>
              <a:rPr lang="en-US" dirty="0"/>
              <a:t> numbers </a:t>
            </a:r>
          </a:p>
          <a:p>
            <a:pPr lvl="1"/>
            <a:r>
              <a:rPr lang="en-US" dirty="0"/>
              <a:t>(otherwise it wouldn’t be least)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2</a:t>
            </a:r>
            <a:r>
              <a:rPr lang="en-US" baseline="30000" dirty="0"/>
              <a:t>2</a:t>
            </a:r>
            <a:r>
              <a:rPr lang="en-US" dirty="0"/>
              <a:t> * 3 * 5 = 60</a:t>
            </a:r>
          </a:p>
          <a:p>
            <a:r>
              <a:rPr lang="en-US" dirty="0"/>
              <a:t>Therefore lcm(15, 12) = 60</a:t>
            </a:r>
          </a:p>
        </p:txBody>
      </p:sp>
    </p:spTree>
    <p:extLst>
      <p:ext uri="{BB962C8B-B14F-4D97-AF65-F5344CB8AC3E}">
        <p14:creationId xmlns:p14="http://schemas.microsoft.com/office/powerpoint/2010/main" val="1210724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9DF5-BF30-5776-214B-76D284CB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2425"/>
            <a:ext cx="10515600" cy="1325563"/>
          </a:xfrm>
        </p:spPr>
        <p:txBody>
          <a:bodyPr/>
          <a:lstStyle/>
          <a:p>
            <a:r>
              <a:rPr lang="en-US" dirty="0"/>
              <a:t>We have two 2s but not two 3s?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F5E10-A9BF-4787-F802-0B58485F8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3B94F38-77C0-2A8A-3AF8-5C306C14BDE0}"/>
              </a:ext>
            </a:extLst>
          </p:cNvPr>
          <p:cNvSpPr/>
          <p:nvPr/>
        </p:nvSpPr>
        <p:spPr>
          <a:xfrm>
            <a:off x="0" y="1382751"/>
            <a:ext cx="6534615" cy="5475249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Numbers needed </a:t>
            </a:r>
            <a:b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to make 15</a:t>
            </a:r>
          </a:p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</a:p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58CD68-9DA4-49F8-D731-2DEBB936123B}"/>
              </a:ext>
            </a:extLst>
          </p:cNvPr>
          <p:cNvSpPr/>
          <p:nvPr/>
        </p:nvSpPr>
        <p:spPr>
          <a:xfrm>
            <a:off x="5887845" y="1260088"/>
            <a:ext cx="6424960" cy="5597912"/>
          </a:xfrm>
          <a:prstGeom prst="ellipse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Numbers needed </a:t>
            </a:r>
            <a:b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to make 12</a:t>
            </a:r>
          </a:p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2, 2</a:t>
            </a:r>
          </a:p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A300FC-B5EB-8DEA-0964-27BF0BB934BD}"/>
              </a:ext>
            </a:extLst>
          </p:cNvPr>
          <p:cNvSpPr/>
          <p:nvPr/>
        </p:nvSpPr>
        <p:spPr>
          <a:xfrm>
            <a:off x="5408343" y="2886891"/>
            <a:ext cx="1528034" cy="2468880"/>
          </a:xfrm>
          <a:prstGeom prst="ellipse">
            <a:avLst/>
          </a:prstGeom>
          <a:solidFill>
            <a:srgbClr val="761D67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F4B4770-AE27-96F0-7622-1C8464F6336D}"/>
              </a:ext>
            </a:extLst>
          </p:cNvPr>
          <p:cNvSpPr txBox="1">
            <a:spLocks/>
          </p:cNvSpPr>
          <p:nvPr/>
        </p:nvSpPr>
        <p:spPr>
          <a:xfrm>
            <a:off x="0" y="255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Not quite sets but also pretty similar</a:t>
            </a:r>
          </a:p>
        </p:txBody>
      </p:sp>
    </p:spTree>
    <p:extLst>
      <p:ext uri="{BB962C8B-B14F-4D97-AF65-F5344CB8AC3E}">
        <p14:creationId xmlns:p14="http://schemas.microsoft.com/office/powerpoint/2010/main" val="145946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60AF-CDA2-0FAC-F26C-67B0BAEB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LCM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8A9A-1DA3-CC8E-1E7C-CF4931FE4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lcm(77, 121)</a:t>
            </a:r>
          </a:p>
          <a:p>
            <a:pPr lvl="1"/>
            <a:r>
              <a:rPr lang="en-US" dirty="0"/>
              <a:t>77 = 7 * 11</a:t>
            </a:r>
          </a:p>
          <a:p>
            <a:pPr lvl="1"/>
            <a:r>
              <a:rPr lang="en-US" dirty="0"/>
              <a:t>121 = 11</a:t>
            </a:r>
            <a:r>
              <a:rPr lang="en-US" baseline="30000" dirty="0"/>
              <a:t>2</a:t>
            </a:r>
          </a:p>
          <a:p>
            <a:pPr lvl="1"/>
            <a:endParaRPr lang="en-US" baseline="30000" dirty="0"/>
          </a:p>
          <a:p>
            <a:r>
              <a:rPr lang="en-US" dirty="0"/>
              <a:t>lcm(48, 33)</a:t>
            </a:r>
          </a:p>
          <a:p>
            <a:pPr lvl="1"/>
            <a:r>
              <a:rPr lang="en-US" dirty="0"/>
              <a:t>48 = 2 * 2 * 2 * 2 * 3</a:t>
            </a:r>
          </a:p>
          <a:p>
            <a:pPr lvl="1"/>
            <a:r>
              <a:rPr lang="en-US" dirty="0"/>
              <a:t>33 = 3 * 11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FF58-8C27-77C1-9E52-510F3F03F2AD}"/>
              </a:ext>
            </a:extLst>
          </p:cNvPr>
          <p:cNvSpPr txBox="1"/>
          <p:nvPr/>
        </p:nvSpPr>
        <p:spPr>
          <a:xfrm>
            <a:off x="4663227" y="1825625"/>
            <a:ext cx="2865546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7 * 11</a:t>
            </a:r>
            <a:r>
              <a:rPr lang="en-US" sz="2800" baseline="30000" dirty="0"/>
              <a:t>2</a:t>
            </a:r>
            <a:r>
              <a:rPr lang="en-US" sz="2800" dirty="0"/>
              <a:t> = 847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6F64C-2A4D-CB97-1329-DE7C1477FD7B}"/>
              </a:ext>
            </a:extLst>
          </p:cNvPr>
          <p:cNvSpPr txBox="1"/>
          <p:nvPr/>
        </p:nvSpPr>
        <p:spPr>
          <a:xfrm>
            <a:off x="4663227" y="3429000"/>
            <a:ext cx="2865546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4 </a:t>
            </a:r>
            <a:r>
              <a:rPr lang="en-US" sz="2800" dirty="0"/>
              <a:t>* 3 * 11 = 528 </a:t>
            </a:r>
          </a:p>
        </p:txBody>
      </p:sp>
    </p:spTree>
    <p:extLst>
      <p:ext uri="{BB962C8B-B14F-4D97-AF65-F5344CB8AC3E}">
        <p14:creationId xmlns:p14="http://schemas.microsoft.com/office/powerpoint/2010/main" val="289930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0734-7A9F-A0F7-528D-9085DD09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 to that weird expression of primes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304F-402C-762D-CC5B-3F1660BEA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 err="1"/>
              <a:t>gcd</a:t>
            </a:r>
            <a:r>
              <a:rPr lang="en-US" dirty="0"/>
              <a:t>(A, B) = P</a:t>
            </a:r>
            <a:r>
              <a:rPr lang="en-US" baseline="-25000" dirty="0"/>
              <a:t>1</a:t>
            </a:r>
            <a:r>
              <a:rPr lang="en-US" baseline="30000" dirty="0"/>
              <a:t>min(a1,b1)</a:t>
            </a:r>
            <a:r>
              <a:rPr lang="en-US" dirty="0"/>
              <a:t> *  P</a:t>
            </a:r>
            <a:r>
              <a:rPr lang="en-US" baseline="-25000" dirty="0"/>
              <a:t>2</a:t>
            </a:r>
            <a:r>
              <a:rPr lang="en-US" baseline="30000" dirty="0"/>
              <a:t>min(a2,b2)</a:t>
            </a:r>
            <a:r>
              <a:rPr lang="en-US" dirty="0"/>
              <a:t> * P</a:t>
            </a:r>
            <a:r>
              <a:rPr lang="en-US" baseline="-25000" dirty="0"/>
              <a:t>3</a:t>
            </a:r>
            <a:r>
              <a:rPr lang="en-US" baseline="30000" dirty="0"/>
              <a:t>min(a3,b3)</a:t>
            </a:r>
            <a:r>
              <a:rPr lang="en-US" dirty="0"/>
              <a:t> * …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min</a:t>
            </a:r>
            <a:r>
              <a:rPr lang="en-US" baseline="30000" dirty="0"/>
              <a:t>(</a:t>
            </a:r>
            <a:r>
              <a:rPr lang="en-US" baseline="30000" dirty="0" err="1"/>
              <a:t>an,bn</a:t>
            </a:r>
            <a:r>
              <a:rPr lang="en-US" baseline="30000" dirty="0"/>
              <a:t>)</a:t>
            </a:r>
          </a:p>
          <a:p>
            <a:endParaRPr lang="en-US" dirty="0"/>
          </a:p>
          <a:p>
            <a:r>
              <a:rPr lang="en-US" dirty="0"/>
              <a:t>lcm(A, B) = P</a:t>
            </a:r>
            <a:r>
              <a:rPr lang="en-US" baseline="-25000" dirty="0"/>
              <a:t>1</a:t>
            </a:r>
            <a:r>
              <a:rPr lang="en-US" baseline="30000" dirty="0"/>
              <a:t>max(a1,b1)</a:t>
            </a:r>
            <a:r>
              <a:rPr lang="en-US" dirty="0"/>
              <a:t> *  P</a:t>
            </a:r>
            <a:r>
              <a:rPr lang="en-US" baseline="-25000" dirty="0"/>
              <a:t>2</a:t>
            </a:r>
            <a:r>
              <a:rPr lang="en-US" baseline="30000" dirty="0"/>
              <a:t>max(a2,b2)</a:t>
            </a:r>
            <a:r>
              <a:rPr lang="en-US" dirty="0"/>
              <a:t> * P</a:t>
            </a:r>
            <a:r>
              <a:rPr lang="en-US" baseline="-25000" dirty="0"/>
              <a:t>3</a:t>
            </a:r>
            <a:r>
              <a:rPr lang="en-US" baseline="30000" dirty="0"/>
              <a:t>max(a3,b3)</a:t>
            </a:r>
            <a:r>
              <a:rPr lang="en-US" dirty="0"/>
              <a:t> * …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max</a:t>
            </a:r>
            <a:r>
              <a:rPr lang="en-US" baseline="30000" dirty="0"/>
              <a:t>(</a:t>
            </a:r>
            <a:r>
              <a:rPr lang="en-US" baseline="30000" dirty="0" err="1"/>
              <a:t>an,bn</a:t>
            </a:r>
            <a:r>
              <a:rPr lang="en-US" baseline="300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38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5BE2-B68F-BC80-E322-5046B1E2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look at 12 and 15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F26CC-C52B-2B8F-96C3-1998971DD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12 = 1</a:t>
            </a:r>
            <a:r>
              <a:rPr lang="en-US" baseline="30000" dirty="0"/>
              <a:t>0</a:t>
            </a:r>
            <a:r>
              <a:rPr lang="en-US" dirty="0"/>
              <a:t> * 2</a:t>
            </a:r>
            <a:r>
              <a:rPr lang="en-US" baseline="30000" dirty="0"/>
              <a:t>2</a:t>
            </a:r>
            <a:r>
              <a:rPr lang="en-US" dirty="0"/>
              <a:t> * 3</a:t>
            </a:r>
            <a:r>
              <a:rPr lang="en-US" baseline="30000" dirty="0"/>
              <a:t>1</a:t>
            </a:r>
            <a:r>
              <a:rPr lang="en-US" dirty="0"/>
              <a:t> * 5</a:t>
            </a:r>
            <a:r>
              <a:rPr lang="en-US" baseline="30000" dirty="0"/>
              <a:t>0</a:t>
            </a:r>
            <a:r>
              <a:rPr lang="en-US" dirty="0"/>
              <a:t> …P</a:t>
            </a:r>
            <a:r>
              <a:rPr lang="en-US" baseline="-25000" dirty="0"/>
              <a:t>n</a:t>
            </a:r>
            <a:r>
              <a:rPr lang="en-US" baseline="30000" dirty="0"/>
              <a:t>0</a:t>
            </a:r>
          </a:p>
          <a:p>
            <a:pPr lvl="1"/>
            <a:r>
              <a:rPr lang="en-US" dirty="0"/>
              <a:t>Basically 2</a:t>
            </a:r>
            <a:r>
              <a:rPr lang="en-US" baseline="30000" dirty="0"/>
              <a:t>2</a:t>
            </a:r>
            <a:r>
              <a:rPr lang="en-US" dirty="0"/>
              <a:t> * 3</a:t>
            </a:r>
            <a:r>
              <a:rPr lang="en-US" baseline="30000" dirty="0"/>
              <a:t>1</a:t>
            </a:r>
            <a:r>
              <a:rPr lang="en-US" dirty="0"/>
              <a:t> * a huge number of 1s</a:t>
            </a:r>
          </a:p>
          <a:p>
            <a:r>
              <a:rPr lang="en-US" dirty="0"/>
              <a:t>15 = 1</a:t>
            </a:r>
            <a:r>
              <a:rPr lang="en-US" baseline="30000" dirty="0"/>
              <a:t>0</a:t>
            </a:r>
            <a:r>
              <a:rPr lang="en-US" dirty="0"/>
              <a:t> * 2</a:t>
            </a:r>
            <a:r>
              <a:rPr lang="en-US" baseline="30000" dirty="0"/>
              <a:t>0</a:t>
            </a:r>
            <a:r>
              <a:rPr lang="en-US" dirty="0"/>
              <a:t> * 3</a:t>
            </a:r>
            <a:r>
              <a:rPr lang="en-US" baseline="30000" dirty="0"/>
              <a:t>1</a:t>
            </a:r>
            <a:r>
              <a:rPr lang="en-US" dirty="0"/>
              <a:t> * 5</a:t>
            </a:r>
            <a:r>
              <a:rPr lang="en-US" baseline="30000" dirty="0"/>
              <a:t>1</a:t>
            </a:r>
            <a:r>
              <a:rPr lang="en-US" dirty="0"/>
              <a:t> …P</a:t>
            </a:r>
            <a:r>
              <a:rPr lang="en-US" baseline="-25000" dirty="0"/>
              <a:t>n</a:t>
            </a:r>
            <a:r>
              <a:rPr lang="en-US" baseline="30000" dirty="0"/>
              <a:t>0</a:t>
            </a:r>
          </a:p>
          <a:p>
            <a:pPr lvl="1"/>
            <a:r>
              <a:rPr lang="en-US" dirty="0"/>
              <a:t>Basically 3</a:t>
            </a:r>
            <a:r>
              <a:rPr lang="en-US" baseline="30000" dirty="0"/>
              <a:t>1</a:t>
            </a:r>
            <a:r>
              <a:rPr lang="en-US" dirty="0"/>
              <a:t> * 5</a:t>
            </a:r>
            <a:r>
              <a:rPr lang="en-US" baseline="30000" dirty="0"/>
              <a:t>1</a:t>
            </a:r>
            <a:r>
              <a:rPr lang="en-US" dirty="0"/>
              <a:t> * a huge number of 1s</a:t>
            </a:r>
          </a:p>
          <a:p>
            <a:endParaRPr lang="en-US" dirty="0"/>
          </a:p>
          <a:p>
            <a:r>
              <a:rPr lang="en-US" dirty="0" err="1"/>
              <a:t>gcd</a:t>
            </a:r>
            <a:r>
              <a:rPr lang="en-US" dirty="0"/>
              <a:t>(12, 15) = 1</a:t>
            </a:r>
            <a:r>
              <a:rPr lang="en-US" baseline="30000" dirty="0"/>
              <a:t>min(0,0)</a:t>
            </a:r>
            <a:r>
              <a:rPr lang="en-US" dirty="0"/>
              <a:t> * 2</a:t>
            </a:r>
            <a:r>
              <a:rPr lang="en-US" baseline="30000" dirty="0"/>
              <a:t>min(2,0)</a:t>
            </a:r>
            <a:r>
              <a:rPr lang="en-US" dirty="0"/>
              <a:t> * 3</a:t>
            </a:r>
            <a:r>
              <a:rPr lang="en-US" baseline="30000" dirty="0"/>
              <a:t>min(1,1)</a:t>
            </a:r>
            <a:r>
              <a:rPr lang="en-US" dirty="0"/>
              <a:t> * 5</a:t>
            </a:r>
            <a:r>
              <a:rPr lang="en-US" baseline="30000" dirty="0"/>
              <a:t>min(0,1)</a:t>
            </a:r>
            <a:r>
              <a:rPr lang="en-US" dirty="0"/>
              <a:t> ….*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min</a:t>
            </a:r>
            <a:r>
              <a:rPr lang="en-US" baseline="30000" dirty="0"/>
              <a:t>(0,0)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3</a:t>
            </a:r>
            <a:r>
              <a:rPr lang="en-US" baseline="30000" dirty="0"/>
              <a:t>1</a:t>
            </a:r>
            <a:r>
              <a:rPr lang="en-US" dirty="0"/>
              <a:t> * a lot of 1s = 3</a:t>
            </a:r>
            <a:br>
              <a:rPr lang="en-US" dirty="0"/>
            </a:br>
            <a:endParaRPr lang="en-US" dirty="0"/>
          </a:p>
          <a:p>
            <a:r>
              <a:rPr lang="en-US" dirty="0"/>
              <a:t>lcm(12, 15) = 1</a:t>
            </a:r>
            <a:r>
              <a:rPr lang="en-US" baseline="30000" dirty="0"/>
              <a:t>max(0,0)</a:t>
            </a:r>
            <a:r>
              <a:rPr lang="en-US" dirty="0"/>
              <a:t> * 2</a:t>
            </a:r>
            <a:r>
              <a:rPr lang="en-US" baseline="30000" dirty="0"/>
              <a:t>max (2,0)</a:t>
            </a:r>
            <a:r>
              <a:rPr lang="en-US" dirty="0"/>
              <a:t> * 3</a:t>
            </a:r>
            <a:r>
              <a:rPr lang="en-US" baseline="30000" dirty="0"/>
              <a:t>max (1,1)</a:t>
            </a:r>
            <a:r>
              <a:rPr lang="en-US" dirty="0"/>
              <a:t> * 5</a:t>
            </a:r>
            <a:r>
              <a:rPr lang="en-US" baseline="30000" dirty="0"/>
              <a:t>max (0,1)</a:t>
            </a:r>
            <a:r>
              <a:rPr lang="en-US" dirty="0"/>
              <a:t> ….*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baseline="30000" dirty="0" err="1"/>
              <a:t>max</a:t>
            </a:r>
            <a:r>
              <a:rPr lang="en-US" baseline="30000" dirty="0"/>
              <a:t>(0,0)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2</a:t>
            </a:r>
            <a:r>
              <a:rPr lang="en-US" dirty="0"/>
              <a:t> * 3</a:t>
            </a:r>
            <a:r>
              <a:rPr lang="en-US" baseline="30000" dirty="0"/>
              <a:t>1</a:t>
            </a:r>
            <a:r>
              <a:rPr lang="en-US" dirty="0"/>
              <a:t> * 5</a:t>
            </a:r>
            <a:r>
              <a:rPr lang="en-US" baseline="30000" dirty="0"/>
              <a:t>1 </a:t>
            </a:r>
            <a:r>
              <a:rPr lang="en-US" dirty="0"/>
              <a:t>* a lot of 1s = 60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baseline="30000" dirty="0"/>
          </a:p>
          <a:p>
            <a:endParaRPr lang="en-US" baseline="30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43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00FC18-B2CE-1147-1D54-A81DBD2744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Euclidian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F6DD21-1520-F51F-4994-3EC9CE47C3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talk through the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392258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E468-4488-9933-D0A8-2F45C24E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It is possible to calculate </a:t>
            </a:r>
            <a:r>
              <a:rPr lang="en-US" dirty="0" err="1"/>
              <a:t>gcd</a:t>
            </a:r>
            <a:r>
              <a:rPr lang="en-US" dirty="0"/>
              <a:t> without factorization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FDE25BE-5203-C7D7-3453-D207CF16BD7E}"/>
              </a:ext>
            </a:extLst>
          </p:cNvPr>
          <p:cNvSpPr txBox="1">
            <a:spLocks/>
          </p:cNvSpPr>
          <p:nvPr/>
        </p:nvSpPr>
        <p:spPr>
          <a:xfrm>
            <a:off x="838200" y="1325563"/>
            <a:ext cx="10515600" cy="5532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gcd</a:t>
            </a:r>
            <a:r>
              <a:rPr lang="en-US" dirty="0"/>
              <a:t>(21, 54)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Identify which number is bigger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54 &gt; 21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How many times does the smaller number appear in the bigger number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54 // 21 = 2</a:t>
            </a:r>
          </a:p>
          <a:p>
            <a:pPr marL="1428750" lvl="2" indent="-514350">
              <a:buFont typeface="Arial" panose="020B0604020202020204" pitchFamily="34" charset="0"/>
              <a:buAutoNum type="arabicPeriod"/>
            </a:pPr>
            <a:r>
              <a:rPr lang="en-US" dirty="0"/>
              <a:t>54 goes into 21 2 times (but there may be leftovers)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Subtract those copies of smaller from bigger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54 – (21 * 2) = 12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(step 4 on next slide)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11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5AA9-16CC-9CF8-B6DD-8F9C19CE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until you have small enough numbers to work with 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EFCE513-1AAD-E8CE-422C-8C45F2BB04A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gcd</a:t>
            </a:r>
            <a:r>
              <a:rPr lang="en-US" dirty="0"/>
              <a:t>(21, 54) 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Identify which number is bigger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21 &gt; 12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How many times does the smaller number appear in the bigger number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21 // 12 = 1</a:t>
            </a:r>
          </a:p>
          <a:p>
            <a:pPr marL="1428750" lvl="2" indent="-514350">
              <a:buFont typeface="Arial" panose="020B0604020202020204" pitchFamily="34" charset="0"/>
              <a:buAutoNum type="arabicPeriod"/>
            </a:pPr>
            <a:r>
              <a:rPr lang="en-US" dirty="0"/>
              <a:t>21 goes into 12 1 times (but there may be leftovers)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Subtract those copies of smaller from bigger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en-US" dirty="0"/>
              <a:t>21 – (12*1) = 9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AGAIN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21EFE-7B25-8AE8-3A4A-9947DB7DE737}"/>
              </a:ext>
            </a:extLst>
          </p:cNvPr>
          <p:cNvSpPr txBox="1"/>
          <p:nvPr/>
        </p:nvSpPr>
        <p:spPr>
          <a:xfrm>
            <a:off x="838200" y="1825625"/>
            <a:ext cx="1835054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</a:t>
            </a:r>
            <a:r>
              <a:rPr lang="en-US" dirty="0" err="1">
                <a:solidFill>
                  <a:schemeClr val="bg1"/>
                </a:solidFill>
              </a:rPr>
              <a:t>gcd</a:t>
            </a:r>
            <a:r>
              <a:rPr lang="en-US" dirty="0">
                <a:solidFill>
                  <a:schemeClr val="bg1"/>
                </a:solidFill>
              </a:rPr>
              <a:t> (21, 12)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DECC6-2CAC-6981-E198-699E07C4F934}"/>
              </a:ext>
            </a:extLst>
          </p:cNvPr>
          <p:cNvSpPr txBox="1"/>
          <p:nvPr/>
        </p:nvSpPr>
        <p:spPr>
          <a:xfrm>
            <a:off x="838200" y="1843083"/>
            <a:ext cx="1835054" cy="369332"/>
          </a:xfrm>
          <a:prstGeom prst="rect">
            <a:avLst/>
          </a:prstGeom>
          <a:solidFill>
            <a:srgbClr val="74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</a:t>
            </a:r>
            <a:r>
              <a:rPr lang="en-US" dirty="0" err="1">
                <a:solidFill>
                  <a:schemeClr val="bg1"/>
                </a:solidFill>
              </a:rPr>
              <a:t>gcd</a:t>
            </a:r>
            <a:r>
              <a:rPr lang="en-US" dirty="0">
                <a:solidFill>
                  <a:schemeClr val="bg1"/>
                </a:solidFill>
              </a:rPr>
              <a:t> (9, 12)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C601E-B249-2D37-E0B5-62476F4BB3DE}"/>
              </a:ext>
            </a:extLst>
          </p:cNvPr>
          <p:cNvSpPr txBox="1"/>
          <p:nvPr/>
        </p:nvSpPr>
        <p:spPr>
          <a:xfrm>
            <a:off x="1755727" y="2761796"/>
            <a:ext cx="917527" cy="369332"/>
          </a:xfrm>
          <a:prstGeom prst="rect">
            <a:avLst/>
          </a:prstGeom>
          <a:solidFill>
            <a:srgbClr val="74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 &gt;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57B42-F265-969C-ADD4-90801970156E}"/>
              </a:ext>
            </a:extLst>
          </p:cNvPr>
          <p:cNvSpPr txBox="1"/>
          <p:nvPr/>
        </p:nvSpPr>
        <p:spPr>
          <a:xfrm>
            <a:off x="1755726" y="3805251"/>
            <a:ext cx="8955817" cy="584775"/>
          </a:xfrm>
          <a:prstGeom prst="rect">
            <a:avLst/>
          </a:prstGeom>
          <a:solidFill>
            <a:srgbClr val="740000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12 // 9 = 1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	9 goes into 12 one time 1 (with some leftover…)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207E2-0825-8977-17A0-2406F5CAEAAE}"/>
              </a:ext>
            </a:extLst>
          </p:cNvPr>
          <p:cNvSpPr txBox="1"/>
          <p:nvPr/>
        </p:nvSpPr>
        <p:spPr>
          <a:xfrm>
            <a:off x="1755726" y="4926088"/>
            <a:ext cx="2071690" cy="369332"/>
          </a:xfrm>
          <a:prstGeom prst="rect">
            <a:avLst/>
          </a:prstGeom>
          <a:solidFill>
            <a:srgbClr val="74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 – 9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55889-5456-78F8-52D3-19080D6777CE}"/>
              </a:ext>
            </a:extLst>
          </p:cNvPr>
          <p:cNvSpPr txBox="1"/>
          <p:nvPr/>
        </p:nvSpPr>
        <p:spPr>
          <a:xfrm>
            <a:off x="843488" y="1833648"/>
            <a:ext cx="1829766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gcd</a:t>
            </a:r>
            <a:r>
              <a:rPr lang="en-US" dirty="0">
                <a:solidFill>
                  <a:schemeClr val="bg1"/>
                </a:solidFill>
              </a:rPr>
              <a:t>(9,3)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0B5F3A-F97A-4920-6D13-6D00B720450A}"/>
              </a:ext>
            </a:extLst>
          </p:cNvPr>
          <p:cNvSpPr txBox="1"/>
          <p:nvPr/>
        </p:nvSpPr>
        <p:spPr>
          <a:xfrm>
            <a:off x="1761015" y="2761796"/>
            <a:ext cx="912239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 &gt;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75AD6E-B4A5-B93D-30FD-C7CB7825E9B9}"/>
              </a:ext>
            </a:extLst>
          </p:cNvPr>
          <p:cNvSpPr txBox="1"/>
          <p:nvPr/>
        </p:nvSpPr>
        <p:spPr>
          <a:xfrm>
            <a:off x="1761015" y="3805251"/>
            <a:ext cx="8950528" cy="64633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 // 3 = 3</a:t>
            </a:r>
          </a:p>
          <a:p>
            <a:r>
              <a:rPr lang="en-US" dirty="0">
                <a:solidFill>
                  <a:schemeClr val="bg1"/>
                </a:solidFill>
              </a:rPr>
              <a:t>	3 goes into 9 3 times (with some left over?)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860E7C-7B60-B681-6257-3087A58A720F}"/>
              </a:ext>
            </a:extLst>
          </p:cNvPr>
          <p:cNvSpPr txBox="1"/>
          <p:nvPr/>
        </p:nvSpPr>
        <p:spPr>
          <a:xfrm>
            <a:off x="1761015" y="4926088"/>
            <a:ext cx="2066401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 – 3 * 3 =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3AC5C-6CF2-FBD7-85E0-AB1ABC34123F}"/>
              </a:ext>
            </a:extLst>
          </p:cNvPr>
          <p:cNvSpPr txBox="1"/>
          <p:nvPr/>
        </p:nvSpPr>
        <p:spPr>
          <a:xfrm>
            <a:off x="1430089" y="5430357"/>
            <a:ext cx="8950528" cy="64633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Gcd</a:t>
            </a:r>
            <a:r>
              <a:rPr lang="en-US" dirty="0">
                <a:solidFill>
                  <a:schemeClr val="bg1"/>
                </a:solidFill>
              </a:rPr>
              <a:t>(3,0)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Now that one is 0, we know the </a:t>
            </a:r>
            <a:r>
              <a:rPr lang="en-US" dirty="0" err="1">
                <a:solidFill>
                  <a:schemeClr val="bg1"/>
                </a:solidFill>
              </a:rPr>
              <a:t>gcd</a:t>
            </a:r>
            <a:r>
              <a:rPr lang="en-US" dirty="0">
                <a:solidFill>
                  <a:schemeClr val="bg1"/>
                </a:solidFill>
              </a:rPr>
              <a:t> of </a:t>
            </a:r>
            <a:r>
              <a:rPr lang="en-US" u="sng" dirty="0">
                <a:solidFill>
                  <a:schemeClr val="bg1"/>
                </a:solidFill>
              </a:rPr>
              <a:t>everything</a:t>
            </a:r>
            <a:r>
              <a:rPr lang="en-US" dirty="0">
                <a:solidFill>
                  <a:schemeClr val="bg1"/>
                </a:solidFill>
              </a:rPr>
              <a:t> must be 3</a:t>
            </a:r>
          </a:p>
        </p:txBody>
      </p:sp>
    </p:spTree>
    <p:extLst>
      <p:ext uri="{BB962C8B-B14F-4D97-AF65-F5344CB8AC3E}">
        <p14:creationId xmlns:p14="http://schemas.microsoft.com/office/powerpoint/2010/main" val="121735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3EFC5-9202-E09D-62D1-CC82E870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ACEA-2FC7-B31E-4A17-FCF37C59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visual explanation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C01527-3FCF-8A4B-99CA-96D97C06EC81}"/>
              </a:ext>
            </a:extLst>
          </p:cNvPr>
          <p:cNvSpPr/>
          <p:nvPr/>
        </p:nvSpPr>
        <p:spPr>
          <a:xfrm>
            <a:off x="339634" y="275626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345D6C-9C85-A2E4-49C3-E1C386C20C15}"/>
              </a:ext>
            </a:extLst>
          </p:cNvPr>
          <p:cNvSpPr/>
          <p:nvPr/>
        </p:nvSpPr>
        <p:spPr>
          <a:xfrm>
            <a:off x="720634" y="30305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FA00B0-4C2B-3844-56FE-EC671367CF20}"/>
              </a:ext>
            </a:extLst>
          </p:cNvPr>
          <p:cNvSpPr/>
          <p:nvPr/>
        </p:nvSpPr>
        <p:spPr>
          <a:xfrm>
            <a:off x="339634" y="3248297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F26B78D8-5C73-1D0A-22FC-EC5D0ABB2B18}"/>
              </a:ext>
            </a:extLst>
          </p:cNvPr>
          <p:cNvSpPr/>
          <p:nvPr/>
        </p:nvSpPr>
        <p:spPr>
          <a:xfrm>
            <a:off x="498566" y="356493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E9DAD99-8D7B-3A9E-B465-084501EB1410}"/>
              </a:ext>
            </a:extLst>
          </p:cNvPr>
          <p:cNvSpPr/>
          <p:nvPr/>
        </p:nvSpPr>
        <p:spPr>
          <a:xfrm>
            <a:off x="879566" y="3839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F8B2E4D5-3CC5-B00B-0E52-3F3911F9D5D4}"/>
              </a:ext>
            </a:extLst>
          </p:cNvPr>
          <p:cNvSpPr/>
          <p:nvPr/>
        </p:nvSpPr>
        <p:spPr>
          <a:xfrm>
            <a:off x="498566" y="40569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AC2D8A29-CECF-4216-E08B-99CAE7F9DE33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CA8F498-19FD-5CE4-5EBC-3888B448766E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9CBB4975-EB78-6B49-CF67-F915ED996456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9C73110-E870-F924-F297-3FD6AFE39BAF}"/>
              </a:ext>
            </a:extLst>
          </p:cNvPr>
          <p:cNvSpPr/>
          <p:nvPr/>
        </p:nvSpPr>
        <p:spPr>
          <a:xfrm>
            <a:off x="1236216" y="357530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6E26B0F-2931-F32B-7158-E29089FEDB48}"/>
              </a:ext>
            </a:extLst>
          </p:cNvPr>
          <p:cNvSpPr/>
          <p:nvPr/>
        </p:nvSpPr>
        <p:spPr>
          <a:xfrm>
            <a:off x="1617216" y="384962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EB87ED5-B98F-25FA-3E08-B4F1A725C050}"/>
              </a:ext>
            </a:extLst>
          </p:cNvPr>
          <p:cNvSpPr/>
          <p:nvPr/>
        </p:nvSpPr>
        <p:spPr>
          <a:xfrm>
            <a:off x="1236216" y="406734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93EEEBF-1B15-CC69-4761-6E269969656E}"/>
              </a:ext>
            </a:extLst>
          </p:cNvPr>
          <p:cNvSpPr/>
          <p:nvPr/>
        </p:nvSpPr>
        <p:spPr>
          <a:xfrm>
            <a:off x="717655" y="208631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3E374F3C-8506-E53F-0EE3-43C7524DC652}"/>
              </a:ext>
            </a:extLst>
          </p:cNvPr>
          <p:cNvSpPr/>
          <p:nvPr/>
        </p:nvSpPr>
        <p:spPr>
          <a:xfrm>
            <a:off x="1098655" y="236063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3E0923D-1C8E-3A11-B110-4C706E2CC843}"/>
              </a:ext>
            </a:extLst>
          </p:cNvPr>
          <p:cNvSpPr/>
          <p:nvPr/>
        </p:nvSpPr>
        <p:spPr>
          <a:xfrm>
            <a:off x="717655" y="257835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88CCAD83-DF8D-979A-A3B9-2C6AA1C90A28}"/>
              </a:ext>
            </a:extLst>
          </p:cNvPr>
          <p:cNvSpPr/>
          <p:nvPr/>
        </p:nvSpPr>
        <p:spPr>
          <a:xfrm>
            <a:off x="780792" y="431822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79F8C52A-ACB8-5A7F-BB2D-F2DF651134E5}"/>
              </a:ext>
            </a:extLst>
          </p:cNvPr>
          <p:cNvSpPr/>
          <p:nvPr/>
        </p:nvSpPr>
        <p:spPr>
          <a:xfrm>
            <a:off x="1161792" y="459254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0970EA56-2D49-3015-6E38-DC67EF385DF9}"/>
              </a:ext>
            </a:extLst>
          </p:cNvPr>
          <p:cNvSpPr/>
          <p:nvPr/>
        </p:nvSpPr>
        <p:spPr>
          <a:xfrm>
            <a:off x="780792" y="481026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8EC1BF93-1D43-4A05-58B3-94B77F5A288C}"/>
              </a:ext>
            </a:extLst>
          </p:cNvPr>
          <p:cNvSpPr/>
          <p:nvPr/>
        </p:nvSpPr>
        <p:spPr>
          <a:xfrm>
            <a:off x="1588111" y="4324221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2082E03-0CE6-D1B1-DF04-AD45132BBB67}"/>
              </a:ext>
            </a:extLst>
          </p:cNvPr>
          <p:cNvSpPr/>
          <p:nvPr/>
        </p:nvSpPr>
        <p:spPr>
          <a:xfrm>
            <a:off x="1969111" y="4598541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1CD53063-D769-0AA1-C344-0A65429C836D}"/>
              </a:ext>
            </a:extLst>
          </p:cNvPr>
          <p:cNvSpPr/>
          <p:nvPr/>
        </p:nvSpPr>
        <p:spPr>
          <a:xfrm>
            <a:off x="1588111" y="4816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8FF776B-F970-6D89-9517-EBE9C8D094EE}"/>
              </a:ext>
            </a:extLst>
          </p:cNvPr>
          <p:cNvSpPr/>
          <p:nvPr/>
        </p:nvSpPr>
        <p:spPr>
          <a:xfrm>
            <a:off x="5913120" y="262896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E1C66C6-3C76-6572-47F0-A4A0725BCD2B}"/>
              </a:ext>
            </a:extLst>
          </p:cNvPr>
          <p:cNvSpPr/>
          <p:nvPr/>
        </p:nvSpPr>
        <p:spPr>
          <a:xfrm>
            <a:off x="6294120" y="290328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1D26D4EB-DDF7-FEFC-E86C-824C186AA367}"/>
              </a:ext>
            </a:extLst>
          </p:cNvPr>
          <p:cNvSpPr/>
          <p:nvPr/>
        </p:nvSpPr>
        <p:spPr>
          <a:xfrm>
            <a:off x="5913120" y="3120996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F62FAAD1-A62D-1602-2CB5-780B243440FC}"/>
              </a:ext>
            </a:extLst>
          </p:cNvPr>
          <p:cNvSpPr/>
          <p:nvPr/>
        </p:nvSpPr>
        <p:spPr>
          <a:xfrm>
            <a:off x="6072052" y="343763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7742716-59DC-1046-FB92-DF556AC85B60}"/>
              </a:ext>
            </a:extLst>
          </p:cNvPr>
          <p:cNvSpPr/>
          <p:nvPr/>
        </p:nvSpPr>
        <p:spPr>
          <a:xfrm>
            <a:off x="6453052" y="371195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542CC723-1085-3193-4FF4-A1D2921483F6}"/>
              </a:ext>
            </a:extLst>
          </p:cNvPr>
          <p:cNvSpPr/>
          <p:nvPr/>
        </p:nvSpPr>
        <p:spPr>
          <a:xfrm>
            <a:off x="6072052" y="39296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7FAE9A67-0BBC-5562-8C83-D2FA4CE38A1D}"/>
              </a:ext>
            </a:extLst>
          </p:cNvPr>
          <p:cNvSpPr/>
          <p:nvPr/>
        </p:nvSpPr>
        <p:spPr>
          <a:xfrm>
            <a:off x="6554976" y="271604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30EFC0E7-3ECE-25A1-5E9F-A2CC360BE3B5}"/>
              </a:ext>
            </a:extLst>
          </p:cNvPr>
          <p:cNvSpPr/>
          <p:nvPr/>
        </p:nvSpPr>
        <p:spPr>
          <a:xfrm>
            <a:off x="6935976" y="29903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2BE0A3B3-362C-E622-2C26-D9AE163B83B8}"/>
              </a:ext>
            </a:extLst>
          </p:cNvPr>
          <p:cNvSpPr/>
          <p:nvPr/>
        </p:nvSpPr>
        <p:spPr>
          <a:xfrm>
            <a:off x="6554976" y="320808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EF9625FD-ED6A-F54C-1212-C41125F130C9}"/>
              </a:ext>
            </a:extLst>
          </p:cNvPr>
          <p:cNvSpPr/>
          <p:nvPr/>
        </p:nvSpPr>
        <p:spPr>
          <a:xfrm>
            <a:off x="6809702" y="344800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E5F7536E-24B6-3051-94C3-E438E4A718F6}"/>
              </a:ext>
            </a:extLst>
          </p:cNvPr>
          <p:cNvSpPr/>
          <p:nvPr/>
        </p:nvSpPr>
        <p:spPr>
          <a:xfrm>
            <a:off x="7190702" y="372232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717E1E7-5F4D-20C0-95A2-4D5F6B4D5FD6}"/>
              </a:ext>
            </a:extLst>
          </p:cNvPr>
          <p:cNvSpPr/>
          <p:nvPr/>
        </p:nvSpPr>
        <p:spPr>
          <a:xfrm>
            <a:off x="6809702" y="394004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AE22370-E4CC-0E5C-12B1-3D96D4DCC69C}"/>
              </a:ext>
            </a:extLst>
          </p:cNvPr>
          <p:cNvSpPr/>
          <p:nvPr/>
        </p:nvSpPr>
        <p:spPr>
          <a:xfrm>
            <a:off x="6291141" y="195901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EC37142-C544-AFAD-041D-D3FC6C073826}"/>
              </a:ext>
            </a:extLst>
          </p:cNvPr>
          <p:cNvSpPr/>
          <p:nvPr/>
        </p:nvSpPr>
        <p:spPr>
          <a:xfrm>
            <a:off x="6672141" y="223333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85308A3E-C107-B197-7297-0AF94A48AE85}"/>
              </a:ext>
            </a:extLst>
          </p:cNvPr>
          <p:cNvSpPr/>
          <p:nvPr/>
        </p:nvSpPr>
        <p:spPr>
          <a:xfrm>
            <a:off x="6291141" y="2451049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766232A-C226-3C81-6BA6-034C4E47175A}"/>
              </a:ext>
            </a:extLst>
          </p:cNvPr>
          <p:cNvSpPr/>
          <p:nvPr/>
        </p:nvSpPr>
        <p:spPr>
          <a:xfrm>
            <a:off x="6354278" y="419092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5700C2D-26F5-DA8C-C3C7-D56F2B4FFC09}"/>
              </a:ext>
            </a:extLst>
          </p:cNvPr>
          <p:cNvSpPr/>
          <p:nvPr/>
        </p:nvSpPr>
        <p:spPr>
          <a:xfrm>
            <a:off x="6735278" y="446524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A98A653F-1FC6-BBE6-6139-08304D5C00E3}"/>
              </a:ext>
            </a:extLst>
          </p:cNvPr>
          <p:cNvSpPr/>
          <p:nvPr/>
        </p:nvSpPr>
        <p:spPr>
          <a:xfrm>
            <a:off x="6291141" y="4722563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9B6246C2-8AC8-014A-DDFF-18A7E8231BA9}"/>
              </a:ext>
            </a:extLst>
          </p:cNvPr>
          <p:cNvSpPr/>
          <p:nvPr/>
        </p:nvSpPr>
        <p:spPr>
          <a:xfrm>
            <a:off x="7161597" y="419692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A10C069E-026B-2CA1-731F-4CE7918D0942}"/>
              </a:ext>
            </a:extLst>
          </p:cNvPr>
          <p:cNvSpPr/>
          <p:nvPr/>
        </p:nvSpPr>
        <p:spPr>
          <a:xfrm>
            <a:off x="7542597" y="447124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10D9FF40-9D5F-EC72-3512-C596756E7858}"/>
              </a:ext>
            </a:extLst>
          </p:cNvPr>
          <p:cNvSpPr/>
          <p:nvPr/>
        </p:nvSpPr>
        <p:spPr>
          <a:xfrm>
            <a:off x="7161597" y="468895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C014B112-CC6B-BDA0-47AF-0297FAC937C4}"/>
              </a:ext>
            </a:extLst>
          </p:cNvPr>
          <p:cNvSpPr/>
          <p:nvPr/>
        </p:nvSpPr>
        <p:spPr>
          <a:xfrm>
            <a:off x="7073137" y="197207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DF127C74-CA73-3500-9341-F1642C866B01}"/>
              </a:ext>
            </a:extLst>
          </p:cNvPr>
          <p:cNvSpPr/>
          <p:nvPr/>
        </p:nvSpPr>
        <p:spPr>
          <a:xfrm>
            <a:off x="7454137" y="224639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4D5CD42-8147-93C4-6646-0DD887F2F278}"/>
              </a:ext>
            </a:extLst>
          </p:cNvPr>
          <p:cNvSpPr/>
          <p:nvPr/>
        </p:nvSpPr>
        <p:spPr>
          <a:xfrm>
            <a:off x="7073137" y="246411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BC02B3CD-D889-EC8B-6BDD-A29CD7B38E8F}"/>
              </a:ext>
            </a:extLst>
          </p:cNvPr>
          <p:cNvSpPr/>
          <p:nvPr/>
        </p:nvSpPr>
        <p:spPr>
          <a:xfrm>
            <a:off x="7232069" y="278075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96166FD-447A-DCCE-A308-68AE678A841A}"/>
              </a:ext>
            </a:extLst>
          </p:cNvPr>
          <p:cNvSpPr/>
          <p:nvPr/>
        </p:nvSpPr>
        <p:spPr>
          <a:xfrm>
            <a:off x="7613069" y="305507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93ECDCE4-54CE-B6B8-DCBE-5B46C6BD37BC}"/>
              </a:ext>
            </a:extLst>
          </p:cNvPr>
          <p:cNvSpPr/>
          <p:nvPr/>
        </p:nvSpPr>
        <p:spPr>
          <a:xfrm>
            <a:off x="7232069" y="327278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83BAB8F4-6ACB-DC36-484E-9380052110C6}"/>
              </a:ext>
            </a:extLst>
          </p:cNvPr>
          <p:cNvSpPr/>
          <p:nvPr/>
        </p:nvSpPr>
        <p:spPr>
          <a:xfrm>
            <a:off x="7714993" y="205916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87BAB9A-0E1B-5FF8-61F5-DEBB6B77337C}"/>
              </a:ext>
            </a:extLst>
          </p:cNvPr>
          <p:cNvSpPr/>
          <p:nvPr/>
        </p:nvSpPr>
        <p:spPr>
          <a:xfrm>
            <a:off x="8095993" y="233348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6E30CF0-67C5-7B8F-E876-671F351BF97C}"/>
              </a:ext>
            </a:extLst>
          </p:cNvPr>
          <p:cNvSpPr/>
          <p:nvPr/>
        </p:nvSpPr>
        <p:spPr>
          <a:xfrm>
            <a:off x="7714993" y="255119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B2C5DD91-15A6-9312-4B3A-DDCF13E42FFA}"/>
              </a:ext>
            </a:extLst>
          </p:cNvPr>
          <p:cNvSpPr/>
          <p:nvPr/>
        </p:nvSpPr>
        <p:spPr>
          <a:xfrm>
            <a:off x="7969719" y="279112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628BA5D3-8B4C-ED7A-6534-E686ACEB7448}"/>
              </a:ext>
            </a:extLst>
          </p:cNvPr>
          <p:cNvSpPr/>
          <p:nvPr/>
        </p:nvSpPr>
        <p:spPr>
          <a:xfrm>
            <a:off x="8350719" y="306544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F4582862-BAA4-5B07-2FDA-13536956726E}"/>
              </a:ext>
            </a:extLst>
          </p:cNvPr>
          <p:cNvSpPr/>
          <p:nvPr/>
        </p:nvSpPr>
        <p:spPr>
          <a:xfrm>
            <a:off x="7969719" y="328315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9BE2A72-1110-1575-588A-E9BDD741B363}"/>
              </a:ext>
            </a:extLst>
          </p:cNvPr>
          <p:cNvSpPr/>
          <p:nvPr/>
        </p:nvSpPr>
        <p:spPr>
          <a:xfrm>
            <a:off x="7451158" y="130213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9F7C62FD-5FD1-F87A-8729-F4FECDE8AE30}"/>
              </a:ext>
            </a:extLst>
          </p:cNvPr>
          <p:cNvSpPr/>
          <p:nvPr/>
        </p:nvSpPr>
        <p:spPr>
          <a:xfrm>
            <a:off x="7832158" y="157645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49A63982-CF60-D884-913D-E4D3A7931D18}"/>
              </a:ext>
            </a:extLst>
          </p:cNvPr>
          <p:cNvSpPr/>
          <p:nvPr/>
        </p:nvSpPr>
        <p:spPr>
          <a:xfrm>
            <a:off x="7451158" y="179416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B5A9E2BE-1C57-E6D7-AD66-62B14A820E64}"/>
              </a:ext>
            </a:extLst>
          </p:cNvPr>
          <p:cNvSpPr/>
          <p:nvPr/>
        </p:nvSpPr>
        <p:spPr>
          <a:xfrm>
            <a:off x="7514295" y="353404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51823673-4C92-6D54-3613-14614CBBB500}"/>
              </a:ext>
            </a:extLst>
          </p:cNvPr>
          <p:cNvSpPr/>
          <p:nvPr/>
        </p:nvSpPr>
        <p:spPr>
          <a:xfrm>
            <a:off x="7895295" y="380836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5DDD0C04-B714-F83E-0B26-6C248CC94AB9}"/>
              </a:ext>
            </a:extLst>
          </p:cNvPr>
          <p:cNvSpPr/>
          <p:nvPr/>
        </p:nvSpPr>
        <p:spPr>
          <a:xfrm>
            <a:off x="7514295" y="402607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45F95D93-C87C-0EB4-25E3-53A3C7C6112B}"/>
              </a:ext>
            </a:extLst>
          </p:cNvPr>
          <p:cNvSpPr/>
          <p:nvPr/>
        </p:nvSpPr>
        <p:spPr>
          <a:xfrm>
            <a:off x="8321614" y="3540036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887ED6F-6987-5EBB-86DF-5C8E2128704A}"/>
              </a:ext>
            </a:extLst>
          </p:cNvPr>
          <p:cNvSpPr/>
          <p:nvPr/>
        </p:nvSpPr>
        <p:spPr>
          <a:xfrm>
            <a:off x="8702614" y="3814356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0307F488-E0B1-C29F-FDF9-99F765C29B8D}"/>
              </a:ext>
            </a:extLst>
          </p:cNvPr>
          <p:cNvSpPr/>
          <p:nvPr/>
        </p:nvSpPr>
        <p:spPr>
          <a:xfrm>
            <a:off x="8321614" y="403207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6201B1E0-E777-6BE3-4314-B0D57A204DC7}"/>
              </a:ext>
            </a:extLst>
          </p:cNvPr>
          <p:cNvSpPr/>
          <p:nvPr/>
        </p:nvSpPr>
        <p:spPr>
          <a:xfrm>
            <a:off x="7990688" y="427801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D1B7DFC-75AC-C915-384A-7D4B6B42182E}"/>
              </a:ext>
            </a:extLst>
          </p:cNvPr>
          <p:cNvSpPr/>
          <p:nvPr/>
        </p:nvSpPr>
        <p:spPr>
          <a:xfrm>
            <a:off x="8371688" y="455233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2271D117-981E-D0E6-96BB-3C3F6F4534A2}"/>
              </a:ext>
            </a:extLst>
          </p:cNvPr>
          <p:cNvSpPr/>
          <p:nvPr/>
        </p:nvSpPr>
        <p:spPr>
          <a:xfrm>
            <a:off x="7990688" y="477004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659795B6-A710-A1EE-21A0-C9C9FE8E1519}"/>
              </a:ext>
            </a:extLst>
          </p:cNvPr>
          <p:cNvSpPr/>
          <p:nvPr/>
        </p:nvSpPr>
        <p:spPr>
          <a:xfrm>
            <a:off x="8800586" y="4274683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6D6C4175-AF5B-A8C9-84D6-43575DAB18C6}"/>
              </a:ext>
            </a:extLst>
          </p:cNvPr>
          <p:cNvSpPr/>
          <p:nvPr/>
        </p:nvSpPr>
        <p:spPr>
          <a:xfrm>
            <a:off x="9181586" y="4549003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CE00A21-0403-D60E-813A-5899531A5065}"/>
              </a:ext>
            </a:extLst>
          </p:cNvPr>
          <p:cNvSpPr/>
          <p:nvPr/>
        </p:nvSpPr>
        <p:spPr>
          <a:xfrm>
            <a:off x="8800586" y="4766717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D29E2F48-41A5-197B-39DD-726678088913}"/>
              </a:ext>
            </a:extLst>
          </p:cNvPr>
          <p:cNvSpPr/>
          <p:nvPr/>
        </p:nvSpPr>
        <p:spPr>
          <a:xfrm>
            <a:off x="8722209" y="2794523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61F4E5B5-C1A6-0563-F443-CA70EAAC77F6}"/>
              </a:ext>
            </a:extLst>
          </p:cNvPr>
          <p:cNvSpPr/>
          <p:nvPr/>
        </p:nvSpPr>
        <p:spPr>
          <a:xfrm>
            <a:off x="9103209" y="3068843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8665B1AD-D9FA-2F16-2F8A-F039D427E959}"/>
              </a:ext>
            </a:extLst>
          </p:cNvPr>
          <p:cNvSpPr/>
          <p:nvPr/>
        </p:nvSpPr>
        <p:spPr>
          <a:xfrm>
            <a:off x="8722209" y="3286557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72E492FF-7E7E-C6D9-6108-1B99FA66973E}"/>
              </a:ext>
            </a:extLst>
          </p:cNvPr>
          <p:cNvSpPr/>
          <p:nvPr/>
        </p:nvSpPr>
        <p:spPr>
          <a:xfrm>
            <a:off x="8460951" y="205554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965D18CA-6274-F23F-4483-16BA214F7743}"/>
              </a:ext>
            </a:extLst>
          </p:cNvPr>
          <p:cNvSpPr/>
          <p:nvPr/>
        </p:nvSpPr>
        <p:spPr>
          <a:xfrm>
            <a:off x="8841951" y="232986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DD902731-373E-E747-7BBF-EC5B33C85E89}"/>
              </a:ext>
            </a:extLst>
          </p:cNvPr>
          <p:cNvSpPr/>
          <p:nvPr/>
        </p:nvSpPr>
        <p:spPr>
          <a:xfrm>
            <a:off x="8460951" y="2547576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A99E52-88BC-33AE-08E4-74E569DAE3A7}"/>
              </a:ext>
            </a:extLst>
          </p:cNvPr>
          <p:cNvCxnSpPr>
            <a:stCxn id="150" idx="4"/>
            <a:endCxn id="152" idx="0"/>
          </p:cNvCxnSpPr>
          <p:nvPr/>
        </p:nvCxnSpPr>
        <p:spPr>
          <a:xfrm>
            <a:off x="835221" y="2347573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B18513-2E52-21CC-4A46-0840F4CA1094}"/>
              </a:ext>
            </a:extLst>
          </p:cNvPr>
          <p:cNvCxnSpPr>
            <a:cxnSpLocks/>
            <a:stCxn id="151" idx="3"/>
            <a:endCxn id="152" idx="6"/>
          </p:cNvCxnSpPr>
          <p:nvPr/>
        </p:nvCxnSpPr>
        <p:spPr>
          <a:xfrm flipH="1">
            <a:off x="952787" y="2583633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CD36F6-CC9F-D03B-3206-5D838F9F77B6}"/>
              </a:ext>
            </a:extLst>
          </p:cNvPr>
          <p:cNvCxnSpPr>
            <a:cxnSpLocks/>
            <a:stCxn id="150" idx="5"/>
            <a:endCxn id="151" idx="1"/>
          </p:cNvCxnSpPr>
          <p:nvPr/>
        </p:nvCxnSpPr>
        <p:spPr>
          <a:xfrm>
            <a:off x="918353" y="2309313"/>
            <a:ext cx="214736" cy="895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691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8755E-9BC2-92BF-9B72-9A74A96A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EEC11-9DBB-2555-0D73-BE1B2D0D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visual explanation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5EABE5-642D-A711-31A0-6E5E946C1842}"/>
              </a:ext>
            </a:extLst>
          </p:cNvPr>
          <p:cNvSpPr/>
          <p:nvPr/>
        </p:nvSpPr>
        <p:spPr>
          <a:xfrm>
            <a:off x="339634" y="275626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2102E2-8379-4E9A-92FD-B5A758C6F4F5}"/>
              </a:ext>
            </a:extLst>
          </p:cNvPr>
          <p:cNvSpPr/>
          <p:nvPr/>
        </p:nvSpPr>
        <p:spPr>
          <a:xfrm>
            <a:off x="720634" y="30305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74BB6E-A3EF-2621-85D6-942CDEE030D7}"/>
              </a:ext>
            </a:extLst>
          </p:cNvPr>
          <p:cNvSpPr/>
          <p:nvPr/>
        </p:nvSpPr>
        <p:spPr>
          <a:xfrm>
            <a:off x="339634" y="3248297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3721ADA3-FA7A-F1D2-BDF8-468C88126C8F}"/>
              </a:ext>
            </a:extLst>
          </p:cNvPr>
          <p:cNvSpPr/>
          <p:nvPr/>
        </p:nvSpPr>
        <p:spPr>
          <a:xfrm>
            <a:off x="498566" y="356493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93063535-D21B-E82F-39A7-C78410370ECA}"/>
              </a:ext>
            </a:extLst>
          </p:cNvPr>
          <p:cNvSpPr/>
          <p:nvPr/>
        </p:nvSpPr>
        <p:spPr>
          <a:xfrm>
            <a:off x="879566" y="3839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F3349004-3F11-F985-A81A-1D98036B7C51}"/>
              </a:ext>
            </a:extLst>
          </p:cNvPr>
          <p:cNvSpPr/>
          <p:nvPr/>
        </p:nvSpPr>
        <p:spPr>
          <a:xfrm>
            <a:off x="498566" y="40569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5139613-A60C-EDA5-624D-E94F6E52245E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961B660-3B51-A408-CC87-C4C050083D4D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97AF9AD-466A-3FFA-8FAA-2095BF46E92B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DD259E3-914C-4A0D-21EB-65A75BF0AF04}"/>
              </a:ext>
            </a:extLst>
          </p:cNvPr>
          <p:cNvSpPr/>
          <p:nvPr/>
        </p:nvSpPr>
        <p:spPr>
          <a:xfrm>
            <a:off x="1236216" y="357530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870E12F-33BB-8569-2297-32005CC8AC8C}"/>
              </a:ext>
            </a:extLst>
          </p:cNvPr>
          <p:cNvSpPr/>
          <p:nvPr/>
        </p:nvSpPr>
        <p:spPr>
          <a:xfrm>
            <a:off x="1617216" y="384962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38F41319-5635-F105-3B5D-F0772C82C170}"/>
              </a:ext>
            </a:extLst>
          </p:cNvPr>
          <p:cNvSpPr/>
          <p:nvPr/>
        </p:nvSpPr>
        <p:spPr>
          <a:xfrm>
            <a:off x="1236216" y="406734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AE60C1C0-C01D-1146-870E-45733A206277}"/>
              </a:ext>
            </a:extLst>
          </p:cNvPr>
          <p:cNvSpPr/>
          <p:nvPr/>
        </p:nvSpPr>
        <p:spPr>
          <a:xfrm>
            <a:off x="717655" y="208631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206E3EE-EEBE-EC46-651C-1B4A7F67008D}"/>
              </a:ext>
            </a:extLst>
          </p:cNvPr>
          <p:cNvSpPr/>
          <p:nvPr/>
        </p:nvSpPr>
        <p:spPr>
          <a:xfrm>
            <a:off x="1098655" y="236063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7D8053C-EF47-D95F-E0FA-C0253C400B1F}"/>
              </a:ext>
            </a:extLst>
          </p:cNvPr>
          <p:cNvSpPr/>
          <p:nvPr/>
        </p:nvSpPr>
        <p:spPr>
          <a:xfrm>
            <a:off x="717655" y="257835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F5AE135-A48D-C588-A4E6-DAC9B1507E1D}"/>
              </a:ext>
            </a:extLst>
          </p:cNvPr>
          <p:cNvSpPr/>
          <p:nvPr/>
        </p:nvSpPr>
        <p:spPr>
          <a:xfrm>
            <a:off x="780792" y="431822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629810D-4C06-7B62-523E-1C47AA349259}"/>
              </a:ext>
            </a:extLst>
          </p:cNvPr>
          <p:cNvSpPr/>
          <p:nvPr/>
        </p:nvSpPr>
        <p:spPr>
          <a:xfrm>
            <a:off x="1161792" y="459254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486999A-4389-90EF-9B88-4FF996BD88E4}"/>
              </a:ext>
            </a:extLst>
          </p:cNvPr>
          <p:cNvSpPr/>
          <p:nvPr/>
        </p:nvSpPr>
        <p:spPr>
          <a:xfrm>
            <a:off x="780792" y="481026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1013466-E50C-7E3E-6566-6B55C18E57DE}"/>
              </a:ext>
            </a:extLst>
          </p:cNvPr>
          <p:cNvSpPr/>
          <p:nvPr/>
        </p:nvSpPr>
        <p:spPr>
          <a:xfrm>
            <a:off x="1588111" y="4324221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4EE5B9BC-5690-9AC9-A285-2EC3D19D7678}"/>
              </a:ext>
            </a:extLst>
          </p:cNvPr>
          <p:cNvSpPr/>
          <p:nvPr/>
        </p:nvSpPr>
        <p:spPr>
          <a:xfrm>
            <a:off x="1969111" y="4598541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0F92ECB-6A16-AD83-EBAB-13BC423D2103}"/>
              </a:ext>
            </a:extLst>
          </p:cNvPr>
          <p:cNvSpPr/>
          <p:nvPr/>
        </p:nvSpPr>
        <p:spPr>
          <a:xfrm>
            <a:off x="1588111" y="4816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6220AFD-9EDA-0B07-FE56-C9003B9859F5}"/>
              </a:ext>
            </a:extLst>
          </p:cNvPr>
          <p:cNvSpPr/>
          <p:nvPr/>
        </p:nvSpPr>
        <p:spPr>
          <a:xfrm>
            <a:off x="6935976" y="29903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827F9AA9-1198-AB07-E8D3-80629CFA51DC}"/>
              </a:ext>
            </a:extLst>
          </p:cNvPr>
          <p:cNvSpPr/>
          <p:nvPr/>
        </p:nvSpPr>
        <p:spPr>
          <a:xfrm>
            <a:off x="7232069" y="278075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526F758-14D4-BF2F-BF84-DDF302EBF1F1}"/>
              </a:ext>
            </a:extLst>
          </p:cNvPr>
          <p:cNvSpPr/>
          <p:nvPr/>
        </p:nvSpPr>
        <p:spPr>
          <a:xfrm>
            <a:off x="7613069" y="305507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49D6FC7-D591-4F1A-28B9-00085D74E730}"/>
              </a:ext>
            </a:extLst>
          </p:cNvPr>
          <p:cNvSpPr/>
          <p:nvPr/>
        </p:nvSpPr>
        <p:spPr>
          <a:xfrm>
            <a:off x="7232069" y="327278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FA1CA61C-19BA-B34C-5FDC-408F4ECCA302}"/>
              </a:ext>
            </a:extLst>
          </p:cNvPr>
          <p:cNvSpPr/>
          <p:nvPr/>
        </p:nvSpPr>
        <p:spPr>
          <a:xfrm>
            <a:off x="7714993" y="255119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808FB03A-7581-7969-0606-E61971D641E6}"/>
              </a:ext>
            </a:extLst>
          </p:cNvPr>
          <p:cNvSpPr/>
          <p:nvPr/>
        </p:nvSpPr>
        <p:spPr>
          <a:xfrm>
            <a:off x="7969719" y="279112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86AC01BB-F774-168D-5BF5-7D67201F9D9D}"/>
              </a:ext>
            </a:extLst>
          </p:cNvPr>
          <p:cNvSpPr/>
          <p:nvPr/>
        </p:nvSpPr>
        <p:spPr>
          <a:xfrm>
            <a:off x="8350719" y="306544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4D1CA5B9-2C85-D52A-BE98-63FADE0259C6}"/>
              </a:ext>
            </a:extLst>
          </p:cNvPr>
          <p:cNvSpPr/>
          <p:nvPr/>
        </p:nvSpPr>
        <p:spPr>
          <a:xfrm>
            <a:off x="7514295" y="353404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CCF8E235-627D-5EDC-FE6A-2893AF3DC560}"/>
              </a:ext>
            </a:extLst>
          </p:cNvPr>
          <p:cNvSpPr/>
          <p:nvPr/>
        </p:nvSpPr>
        <p:spPr>
          <a:xfrm>
            <a:off x="7895295" y="380836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4441A069-F2C6-E5D6-F13E-A5AC19907D8B}"/>
              </a:ext>
            </a:extLst>
          </p:cNvPr>
          <p:cNvSpPr/>
          <p:nvPr/>
        </p:nvSpPr>
        <p:spPr>
          <a:xfrm>
            <a:off x="7514295" y="402607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E080B820-3D7A-A775-CDA1-690A8E9C5CFE}"/>
              </a:ext>
            </a:extLst>
          </p:cNvPr>
          <p:cNvSpPr/>
          <p:nvPr/>
        </p:nvSpPr>
        <p:spPr>
          <a:xfrm>
            <a:off x="8321614" y="403207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7A1E519A-3009-CC35-EA0C-693F30761595}"/>
              </a:ext>
            </a:extLst>
          </p:cNvPr>
          <p:cNvSpPr/>
          <p:nvPr/>
        </p:nvSpPr>
        <p:spPr>
          <a:xfrm>
            <a:off x="7990688" y="427801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1026B-FD0C-2A17-FE14-FDA993214C55}"/>
              </a:ext>
            </a:extLst>
          </p:cNvPr>
          <p:cNvSpPr txBox="1"/>
          <p:nvPr/>
        </p:nvSpPr>
        <p:spPr>
          <a:xfrm>
            <a:off x="7302455" y="499270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54 – 21*2 = 12</a:t>
            </a:r>
          </a:p>
        </p:txBody>
      </p:sp>
    </p:spTree>
    <p:extLst>
      <p:ext uri="{BB962C8B-B14F-4D97-AF65-F5344CB8AC3E}">
        <p14:creationId xmlns:p14="http://schemas.microsoft.com/office/powerpoint/2010/main" val="3283516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CCFA-593D-7EF0-A6FC-727B361D6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39D3-3C88-1988-37A5-A51CCE10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visual explanation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0252743-D608-D866-F878-6E856CBCB977}"/>
              </a:ext>
            </a:extLst>
          </p:cNvPr>
          <p:cNvSpPr/>
          <p:nvPr/>
        </p:nvSpPr>
        <p:spPr>
          <a:xfrm>
            <a:off x="498566" y="356493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90A9B17C-897C-8F23-F5D2-90274B845B4D}"/>
              </a:ext>
            </a:extLst>
          </p:cNvPr>
          <p:cNvSpPr/>
          <p:nvPr/>
        </p:nvSpPr>
        <p:spPr>
          <a:xfrm>
            <a:off x="879566" y="3839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96AEF1F-5B51-3B7F-1BA5-6F974E740339}"/>
              </a:ext>
            </a:extLst>
          </p:cNvPr>
          <p:cNvSpPr/>
          <p:nvPr/>
        </p:nvSpPr>
        <p:spPr>
          <a:xfrm>
            <a:off x="498566" y="40569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6B36DC80-B739-2190-BF53-D654866B9876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E392C89-0E2C-7826-8E9D-57A0AD07FCC9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A7E47C8-49EB-4EA5-B1DE-E646DB4492DC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C1DBB1B-F670-EBDC-91E5-607923ADFDE0}"/>
              </a:ext>
            </a:extLst>
          </p:cNvPr>
          <p:cNvSpPr/>
          <p:nvPr/>
        </p:nvSpPr>
        <p:spPr>
          <a:xfrm>
            <a:off x="1236216" y="357530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2593689-BA33-2D1E-3021-AA4470468BBE}"/>
              </a:ext>
            </a:extLst>
          </p:cNvPr>
          <p:cNvSpPr/>
          <p:nvPr/>
        </p:nvSpPr>
        <p:spPr>
          <a:xfrm>
            <a:off x="1617216" y="384962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42EDBA5C-91A0-256D-54C7-DF2E0C691719}"/>
              </a:ext>
            </a:extLst>
          </p:cNvPr>
          <p:cNvSpPr/>
          <p:nvPr/>
        </p:nvSpPr>
        <p:spPr>
          <a:xfrm>
            <a:off x="1236216" y="406734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5DFBB1C8-801B-97C7-FD44-6DFF75E69B7A}"/>
              </a:ext>
            </a:extLst>
          </p:cNvPr>
          <p:cNvSpPr/>
          <p:nvPr/>
        </p:nvSpPr>
        <p:spPr>
          <a:xfrm>
            <a:off x="6935976" y="29903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80C9FDC0-E8E9-C113-6C43-3D9935591B9D}"/>
              </a:ext>
            </a:extLst>
          </p:cNvPr>
          <p:cNvSpPr/>
          <p:nvPr/>
        </p:nvSpPr>
        <p:spPr>
          <a:xfrm>
            <a:off x="7232069" y="278075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672604D0-0E59-374E-139F-D0F8D19C4673}"/>
              </a:ext>
            </a:extLst>
          </p:cNvPr>
          <p:cNvSpPr/>
          <p:nvPr/>
        </p:nvSpPr>
        <p:spPr>
          <a:xfrm>
            <a:off x="7613069" y="305507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6C3B8951-FC04-D7C3-F87E-681CA9CEDB7D}"/>
              </a:ext>
            </a:extLst>
          </p:cNvPr>
          <p:cNvSpPr/>
          <p:nvPr/>
        </p:nvSpPr>
        <p:spPr>
          <a:xfrm>
            <a:off x="7232069" y="327278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FC839617-5923-AC2D-11FC-EB912EEE0131}"/>
              </a:ext>
            </a:extLst>
          </p:cNvPr>
          <p:cNvSpPr/>
          <p:nvPr/>
        </p:nvSpPr>
        <p:spPr>
          <a:xfrm>
            <a:off x="7714993" y="255119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7DA43AB5-CD60-EB17-7244-E49D1483853C}"/>
              </a:ext>
            </a:extLst>
          </p:cNvPr>
          <p:cNvSpPr/>
          <p:nvPr/>
        </p:nvSpPr>
        <p:spPr>
          <a:xfrm>
            <a:off x="7969719" y="279112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0A0E040B-19AA-2E8E-D68E-E9EF801219D7}"/>
              </a:ext>
            </a:extLst>
          </p:cNvPr>
          <p:cNvSpPr/>
          <p:nvPr/>
        </p:nvSpPr>
        <p:spPr>
          <a:xfrm>
            <a:off x="8350719" y="306544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CB35876-7FDC-5DF6-5169-204F6FF7DEAD}"/>
              </a:ext>
            </a:extLst>
          </p:cNvPr>
          <p:cNvSpPr/>
          <p:nvPr/>
        </p:nvSpPr>
        <p:spPr>
          <a:xfrm>
            <a:off x="7514295" y="353404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12B9D917-BE62-01F0-51B4-A00FAF461534}"/>
              </a:ext>
            </a:extLst>
          </p:cNvPr>
          <p:cNvSpPr/>
          <p:nvPr/>
        </p:nvSpPr>
        <p:spPr>
          <a:xfrm>
            <a:off x="7895295" y="380836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CD141A25-BF9C-02FE-11B7-6106B97D1776}"/>
              </a:ext>
            </a:extLst>
          </p:cNvPr>
          <p:cNvSpPr/>
          <p:nvPr/>
        </p:nvSpPr>
        <p:spPr>
          <a:xfrm>
            <a:off x="7514295" y="402607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3BA3B41F-8159-841A-84CF-F695AA26EEC6}"/>
              </a:ext>
            </a:extLst>
          </p:cNvPr>
          <p:cNvSpPr/>
          <p:nvPr/>
        </p:nvSpPr>
        <p:spPr>
          <a:xfrm>
            <a:off x="8321614" y="403207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DCE3E66C-0C5B-465A-BE19-59FA50F26CE3}"/>
              </a:ext>
            </a:extLst>
          </p:cNvPr>
          <p:cNvSpPr/>
          <p:nvPr/>
        </p:nvSpPr>
        <p:spPr>
          <a:xfrm>
            <a:off x="7990688" y="4278010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F07DA-EB06-BF6A-28D0-5042A6EBAA8B}"/>
              </a:ext>
            </a:extLst>
          </p:cNvPr>
          <p:cNvSpPr txBox="1"/>
          <p:nvPr/>
        </p:nvSpPr>
        <p:spPr>
          <a:xfrm>
            <a:off x="274017" y="5526147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 – 12*1 = 9</a:t>
            </a:r>
          </a:p>
        </p:txBody>
      </p:sp>
    </p:spTree>
    <p:extLst>
      <p:ext uri="{BB962C8B-B14F-4D97-AF65-F5344CB8AC3E}">
        <p14:creationId xmlns:p14="http://schemas.microsoft.com/office/powerpoint/2010/main" val="577372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319D2-ED81-9A7F-FCE7-EC55C461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7DAD-E17F-863B-A2BB-547103AC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visual explanation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DBF33E04-3C5C-6E5D-0354-8C3859616391}"/>
              </a:ext>
            </a:extLst>
          </p:cNvPr>
          <p:cNvSpPr/>
          <p:nvPr/>
        </p:nvSpPr>
        <p:spPr>
          <a:xfrm>
            <a:off x="498566" y="356493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2388206-90CC-56ED-7770-9ADC15EEAA04}"/>
              </a:ext>
            </a:extLst>
          </p:cNvPr>
          <p:cNvSpPr/>
          <p:nvPr/>
        </p:nvSpPr>
        <p:spPr>
          <a:xfrm>
            <a:off x="879566" y="3839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A38F83D-3547-F9C6-AA49-F95CA4706FCC}"/>
              </a:ext>
            </a:extLst>
          </p:cNvPr>
          <p:cNvSpPr/>
          <p:nvPr/>
        </p:nvSpPr>
        <p:spPr>
          <a:xfrm>
            <a:off x="498566" y="40569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4EEA102F-97C0-6D15-4DC5-E7BA06FCE2CD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138A2C8-43BB-1A6C-A23F-3894E9BFA146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97AEF57C-E070-5A76-77F0-73E5ACDA4E03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67702B9B-5E64-F572-7BDD-391FEE682B92}"/>
              </a:ext>
            </a:extLst>
          </p:cNvPr>
          <p:cNvSpPr/>
          <p:nvPr/>
        </p:nvSpPr>
        <p:spPr>
          <a:xfrm>
            <a:off x="1236216" y="357530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3EA1C45-711B-1D0F-1618-BC257099F3A7}"/>
              </a:ext>
            </a:extLst>
          </p:cNvPr>
          <p:cNvSpPr/>
          <p:nvPr/>
        </p:nvSpPr>
        <p:spPr>
          <a:xfrm>
            <a:off x="1617216" y="384962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3D3AB416-1333-EFF5-18EB-2E7201446558}"/>
              </a:ext>
            </a:extLst>
          </p:cNvPr>
          <p:cNvSpPr/>
          <p:nvPr/>
        </p:nvSpPr>
        <p:spPr>
          <a:xfrm>
            <a:off x="1236216" y="406734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591A8AF9-074F-46D5-71D4-9B399FE76F7A}"/>
              </a:ext>
            </a:extLst>
          </p:cNvPr>
          <p:cNvSpPr/>
          <p:nvPr/>
        </p:nvSpPr>
        <p:spPr>
          <a:xfrm>
            <a:off x="7232069" y="327278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7CBEDA2C-56BF-424D-A766-C151EF149410}"/>
              </a:ext>
            </a:extLst>
          </p:cNvPr>
          <p:cNvSpPr/>
          <p:nvPr/>
        </p:nvSpPr>
        <p:spPr>
          <a:xfrm>
            <a:off x="7514295" y="353404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264E002D-2C43-9DF1-2114-866D8CE99099}"/>
              </a:ext>
            </a:extLst>
          </p:cNvPr>
          <p:cNvSpPr/>
          <p:nvPr/>
        </p:nvSpPr>
        <p:spPr>
          <a:xfrm>
            <a:off x="7895295" y="3808361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CA920-1881-98B7-0F38-2877EAF68B0C}"/>
              </a:ext>
            </a:extLst>
          </p:cNvPr>
          <p:cNvSpPr txBox="1"/>
          <p:nvPr/>
        </p:nvSpPr>
        <p:spPr>
          <a:xfrm>
            <a:off x="6908746" y="500806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12 - 9 = 3</a:t>
            </a:r>
          </a:p>
        </p:txBody>
      </p:sp>
    </p:spTree>
    <p:extLst>
      <p:ext uri="{BB962C8B-B14F-4D97-AF65-F5344CB8AC3E}">
        <p14:creationId xmlns:p14="http://schemas.microsoft.com/office/powerpoint/2010/main" val="1179399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2CF2-38AB-4426-EC0F-3AA21E20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visual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7796A7-D00E-D6BE-C28C-72D550C2E2A4}"/>
              </a:ext>
            </a:extLst>
          </p:cNvPr>
          <p:cNvSpPr/>
          <p:nvPr/>
        </p:nvSpPr>
        <p:spPr>
          <a:xfrm>
            <a:off x="339634" y="275626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1240E1-D517-C841-B402-9BB47DFDBEB4}"/>
              </a:ext>
            </a:extLst>
          </p:cNvPr>
          <p:cNvSpPr/>
          <p:nvPr/>
        </p:nvSpPr>
        <p:spPr>
          <a:xfrm>
            <a:off x="720634" y="30305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6DB733-397A-68C2-DE32-DF6682DF1E26}"/>
              </a:ext>
            </a:extLst>
          </p:cNvPr>
          <p:cNvSpPr/>
          <p:nvPr/>
        </p:nvSpPr>
        <p:spPr>
          <a:xfrm>
            <a:off x="339634" y="3248297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289D0F4-5A21-8F5D-3AB9-DB5BCD21B9BB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457200" y="3017520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D9B8956-1AA9-64A9-5FD9-70FFD7D0E4B7}"/>
              </a:ext>
            </a:extLst>
          </p:cNvPr>
          <p:cNvCxnSpPr>
            <a:cxnSpLocks/>
            <a:stCxn id="5" idx="3"/>
            <a:endCxn id="7" idx="6"/>
          </p:cNvCxnSpPr>
          <p:nvPr/>
        </p:nvCxnSpPr>
        <p:spPr>
          <a:xfrm flipH="1">
            <a:off x="574766" y="3253580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B5DDF7C-5118-BC53-310E-40BD8A931DA1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>
            <a:off x="574766" y="2886892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BF44E921-3367-188E-430A-C226CE83CA51}"/>
              </a:ext>
            </a:extLst>
          </p:cNvPr>
          <p:cNvSpPr/>
          <p:nvPr/>
        </p:nvSpPr>
        <p:spPr>
          <a:xfrm>
            <a:off x="498566" y="356493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C20AE38-0A30-E42A-508D-B63B32E4AA0E}"/>
              </a:ext>
            </a:extLst>
          </p:cNvPr>
          <p:cNvSpPr/>
          <p:nvPr/>
        </p:nvSpPr>
        <p:spPr>
          <a:xfrm>
            <a:off x="879566" y="3839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AD6E60B-6AAB-3B86-B55C-1A2C2066BBF7}"/>
              </a:ext>
            </a:extLst>
          </p:cNvPr>
          <p:cNvSpPr/>
          <p:nvPr/>
        </p:nvSpPr>
        <p:spPr>
          <a:xfrm>
            <a:off x="498566" y="40569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AA29003-5876-70E7-6420-9EA042723681}"/>
              </a:ext>
            </a:extLst>
          </p:cNvPr>
          <p:cNvCxnSpPr>
            <a:stCxn id="130" idx="4"/>
            <a:endCxn id="132" idx="0"/>
          </p:cNvCxnSpPr>
          <p:nvPr/>
        </p:nvCxnSpPr>
        <p:spPr>
          <a:xfrm>
            <a:off x="616132" y="3826192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CB5F03F-5F3B-DF67-8011-007F79591A5C}"/>
              </a:ext>
            </a:extLst>
          </p:cNvPr>
          <p:cNvCxnSpPr>
            <a:cxnSpLocks/>
            <a:stCxn id="131" idx="3"/>
            <a:endCxn id="132" idx="6"/>
          </p:cNvCxnSpPr>
          <p:nvPr/>
        </p:nvCxnSpPr>
        <p:spPr>
          <a:xfrm flipH="1">
            <a:off x="733698" y="4062252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D856B7B-92CC-0B9D-1E07-4791AF3A5861}"/>
              </a:ext>
            </a:extLst>
          </p:cNvPr>
          <p:cNvCxnSpPr>
            <a:cxnSpLocks/>
            <a:stCxn id="130" idx="6"/>
            <a:endCxn id="131" idx="1"/>
          </p:cNvCxnSpPr>
          <p:nvPr/>
        </p:nvCxnSpPr>
        <p:spPr>
          <a:xfrm>
            <a:off x="733698" y="3695564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D3520E1F-F68D-51D6-26C6-E7296216FA81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5F79727-EB3F-E29F-6E99-7F7D367D92AB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AA54EFAC-974B-C3B9-555E-C26F6E7EEAA7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BC81230-4551-BC10-4960-880E9731E841}"/>
              </a:ext>
            </a:extLst>
          </p:cNvPr>
          <p:cNvCxnSpPr>
            <a:stCxn id="136" idx="4"/>
            <a:endCxn id="138" idx="0"/>
          </p:cNvCxnSpPr>
          <p:nvPr/>
        </p:nvCxnSpPr>
        <p:spPr>
          <a:xfrm>
            <a:off x="1099056" y="3104606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6AED0F0-9F9C-65E0-0851-2941AC8F217E}"/>
              </a:ext>
            </a:extLst>
          </p:cNvPr>
          <p:cNvCxnSpPr>
            <a:cxnSpLocks/>
            <a:stCxn id="137" idx="3"/>
            <a:endCxn id="138" idx="6"/>
          </p:cNvCxnSpPr>
          <p:nvPr/>
        </p:nvCxnSpPr>
        <p:spPr>
          <a:xfrm flipH="1">
            <a:off x="1216622" y="3340666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CD56F84-03D7-825A-289E-F86F4AE144A2}"/>
              </a:ext>
            </a:extLst>
          </p:cNvPr>
          <p:cNvCxnSpPr>
            <a:cxnSpLocks/>
            <a:stCxn id="136" idx="6"/>
          </p:cNvCxnSpPr>
          <p:nvPr/>
        </p:nvCxnSpPr>
        <p:spPr>
          <a:xfrm>
            <a:off x="1216622" y="2973978"/>
            <a:ext cx="387532" cy="27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EA1026B1-1FA2-EAAB-2583-A9C3B3253AE5}"/>
              </a:ext>
            </a:extLst>
          </p:cNvPr>
          <p:cNvSpPr/>
          <p:nvPr/>
        </p:nvSpPr>
        <p:spPr>
          <a:xfrm>
            <a:off x="1236216" y="357530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9E1D295-FDF5-E5B4-1F60-1FE4A6240DCA}"/>
              </a:ext>
            </a:extLst>
          </p:cNvPr>
          <p:cNvSpPr/>
          <p:nvPr/>
        </p:nvSpPr>
        <p:spPr>
          <a:xfrm>
            <a:off x="1617216" y="384962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E01C8076-FFE5-B442-A53F-AF5B35DA1772}"/>
              </a:ext>
            </a:extLst>
          </p:cNvPr>
          <p:cNvSpPr/>
          <p:nvPr/>
        </p:nvSpPr>
        <p:spPr>
          <a:xfrm>
            <a:off x="1236216" y="406734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89FED19-E126-96DB-06F8-CB57189D22EC}"/>
              </a:ext>
            </a:extLst>
          </p:cNvPr>
          <p:cNvCxnSpPr>
            <a:stCxn id="143" idx="4"/>
            <a:endCxn id="145" idx="0"/>
          </p:cNvCxnSpPr>
          <p:nvPr/>
        </p:nvCxnSpPr>
        <p:spPr>
          <a:xfrm>
            <a:off x="1353782" y="3836566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D56B5679-C930-8990-9DCD-830BB4E8A727}"/>
              </a:ext>
            </a:extLst>
          </p:cNvPr>
          <p:cNvCxnSpPr>
            <a:cxnSpLocks/>
            <a:stCxn id="144" idx="3"/>
            <a:endCxn id="145" idx="6"/>
          </p:cNvCxnSpPr>
          <p:nvPr/>
        </p:nvCxnSpPr>
        <p:spPr>
          <a:xfrm flipH="1">
            <a:off x="1471348" y="4072626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DEF2147-A461-8B65-CF0D-4155068BAA68}"/>
              </a:ext>
            </a:extLst>
          </p:cNvPr>
          <p:cNvCxnSpPr>
            <a:cxnSpLocks/>
            <a:stCxn id="143" idx="6"/>
            <a:endCxn id="144" idx="1"/>
          </p:cNvCxnSpPr>
          <p:nvPr/>
        </p:nvCxnSpPr>
        <p:spPr>
          <a:xfrm>
            <a:off x="1471348" y="3705938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22DC58B4-9B11-E4F4-397C-4AAFC5C88FA3}"/>
              </a:ext>
            </a:extLst>
          </p:cNvPr>
          <p:cNvSpPr/>
          <p:nvPr/>
        </p:nvSpPr>
        <p:spPr>
          <a:xfrm>
            <a:off x="717655" y="208631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1670960-26DE-7C33-E7B7-751DCA466D9B}"/>
              </a:ext>
            </a:extLst>
          </p:cNvPr>
          <p:cNvSpPr/>
          <p:nvPr/>
        </p:nvSpPr>
        <p:spPr>
          <a:xfrm>
            <a:off x="1098655" y="236063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7D939E3-FD07-C907-5B65-2AE1ECC128A2}"/>
              </a:ext>
            </a:extLst>
          </p:cNvPr>
          <p:cNvSpPr/>
          <p:nvPr/>
        </p:nvSpPr>
        <p:spPr>
          <a:xfrm>
            <a:off x="717655" y="257835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EBC1707-904E-231A-0D65-96DF6239D6FB}"/>
              </a:ext>
            </a:extLst>
          </p:cNvPr>
          <p:cNvCxnSpPr>
            <a:stCxn id="150" idx="4"/>
            <a:endCxn id="152" idx="0"/>
          </p:cNvCxnSpPr>
          <p:nvPr/>
        </p:nvCxnSpPr>
        <p:spPr>
          <a:xfrm>
            <a:off x="835221" y="2347573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94256DB-4291-BB9C-A5DD-53225CDC6116}"/>
              </a:ext>
            </a:extLst>
          </p:cNvPr>
          <p:cNvCxnSpPr>
            <a:cxnSpLocks/>
            <a:stCxn id="151" idx="3"/>
            <a:endCxn id="152" idx="6"/>
          </p:cNvCxnSpPr>
          <p:nvPr/>
        </p:nvCxnSpPr>
        <p:spPr>
          <a:xfrm flipH="1">
            <a:off x="952787" y="2583633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57A3B5F-D388-5CBF-B530-6886B57B781C}"/>
              </a:ext>
            </a:extLst>
          </p:cNvPr>
          <p:cNvCxnSpPr>
            <a:cxnSpLocks/>
            <a:stCxn id="150" idx="6"/>
            <a:endCxn id="151" idx="1"/>
          </p:cNvCxnSpPr>
          <p:nvPr/>
        </p:nvCxnSpPr>
        <p:spPr>
          <a:xfrm>
            <a:off x="952787" y="2216945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89D637BB-F398-D6A1-2C38-4D42C0396F6A}"/>
              </a:ext>
            </a:extLst>
          </p:cNvPr>
          <p:cNvSpPr/>
          <p:nvPr/>
        </p:nvSpPr>
        <p:spPr>
          <a:xfrm>
            <a:off x="780792" y="431822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B76800D-8ED5-5C6A-3F23-9311EC8C76F8}"/>
              </a:ext>
            </a:extLst>
          </p:cNvPr>
          <p:cNvSpPr/>
          <p:nvPr/>
        </p:nvSpPr>
        <p:spPr>
          <a:xfrm>
            <a:off x="1161792" y="459254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239EBAD0-9C12-84AE-0A49-4E35900C3996}"/>
              </a:ext>
            </a:extLst>
          </p:cNvPr>
          <p:cNvSpPr/>
          <p:nvPr/>
        </p:nvSpPr>
        <p:spPr>
          <a:xfrm>
            <a:off x="780792" y="481026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B2D2CD2-99E2-E638-F42A-161C1AFDE252}"/>
              </a:ext>
            </a:extLst>
          </p:cNvPr>
          <p:cNvCxnSpPr>
            <a:stCxn id="156" idx="4"/>
            <a:endCxn id="158" idx="0"/>
          </p:cNvCxnSpPr>
          <p:nvPr/>
        </p:nvCxnSpPr>
        <p:spPr>
          <a:xfrm>
            <a:off x="898358" y="4579483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D4EBBC4A-54BF-799D-7156-2B85D6F2CFF0}"/>
              </a:ext>
            </a:extLst>
          </p:cNvPr>
          <p:cNvCxnSpPr>
            <a:cxnSpLocks/>
            <a:stCxn id="157" idx="3"/>
            <a:endCxn id="158" idx="6"/>
          </p:cNvCxnSpPr>
          <p:nvPr/>
        </p:nvCxnSpPr>
        <p:spPr>
          <a:xfrm flipH="1">
            <a:off x="1015924" y="4815543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45BC0BE-38FD-4FC0-49BF-E810601E5ACE}"/>
              </a:ext>
            </a:extLst>
          </p:cNvPr>
          <p:cNvCxnSpPr>
            <a:cxnSpLocks/>
            <a:stCxn id="156" idx="6"/>
            <a:endCxn id="157" idx="1"/>
          </p:cNvCxnSpPr>
          <p:nvPr/>
        </p:nvCxnSpPr>
        <p:spPr>
          <a:xfrm>
            <a:off x="1015924" y="4448855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3F5DB618-1853-76BF-740E-8EBE0D4315A5}"/>
              </a:ext>
            </a:extLst>
          </p:cNvPr>
          <p:cNvSpPr/>
          <p:nvPr/>
        </p:nvSpPr>
        <p:spPr>
          <a:xfrm>
            <a:off x="1588111" y="4324221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C4508CC-E9FE-D35C-C85A-7487D795F8ED}"/>
              </a:ext>
            </a:extLst>
          </p:cNvPr>
          <p:cNvSpPr/>
          <p:nvPr/>
        </p:nvSpPr>
        <p:spPr>
          <a:xfrm>
            <a:off x="1969111" y="4598541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384894FF-BBF5-9C1E-8331-F304C1A5B691}"/>
              </a:ext>
            </a:extLst>
          </p:cNvPr>
          <p:cNvSpPr/>
          <p:nvPr/>
        </p:nvSpPr>
        <p:spPr>
          <a:xfrm>
            <a:off x="1588111" y="4816255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155FEE9F-3EDE-4DA0-98C3-7AB239A3D802}"/>
              </a:ext>
            </a:extLst>
          </p:cNvPr>
          <p:cNvCxnSpPr>
            <a:stCxn id="162" idx="4"/>
            <a:endCxn id="164" idx="0"/>
          </p:cNvCxnSpPr>
          <p:nvPr/>
        </p:nvCxnSpPr>
        <p:spPr>
          <a:xfrm>
            <a:off x="1705677" y="4585478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A4A14CF7-FEBD-BC9C-1110-6E1919230EA2}"/>
              </a:ext>
            </a:extLst>
          </p:cNvPr>
          <p:cNvCxnSpPr>
            <a:cxnSpLocks/>
            <a:stCxn id="163" idx="3"/>
            <a:endCxn id="164" idx="6"/>
          </p:cNvCxnSpPr>
          <p:nvPr/>
        </p:nvCxnSpPr>
        <p:spPr>
          <a:xfrm flipH="1">
            <a:off x="1823243" y="4821538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6779C6A-6CAB-9265-0198-4429B27D6BAC}"/>
              </a:ext>
            </a:extLst>
          </p:cNvPr>
          <p:cNvCxnSpPr>
            <a:cxnSpLocks/>
            <a:stCxn id="162" idx="6"/>
            <a:endCxn id="163" idx="1"/>
          </p:cNvCxnSpPr>
          <p:nvPr/>
        </p:nvCxnSpPr>
        <p:spPr>
          <a:xfrm>
            <a:off x="1823243" y="4454850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3ACDF8E2-7074-C0D3-47C1-50CAC86ACA86}"/>
              </a:ext>
            </a:extLst>
          </p:cNvPr>
          <p:cNvSpPr/>
          <p:nvPr/>
        </p:nvSpPr>
        <p:spPr>
          <a:xfrm>
            <a:off x="5913120" y="262896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74B688DB-FDED-E3A8-834B-5513557273FB}"/>
              </a:ext>
            </a:extLst>
          </p:cNvPr>
          <p:cNvSpPr/>
          <p:nvPr/>
        </p:nvSpPr>
        <p:spPr>
          <a:xfrm>
            <a:off x="6294120" y="290328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67612E0-2E28-9E8A-6429-8012107DC0A5}"/>
              </a:ext>
            </a:extLst>
          </p:cNvPr>
          <p:cNvSpPr/>
          <p:nvPr/>
        </p:nvSpPr>
        <p:spPr>
          <a:xfrm>
            <a:off x="5913120" y="3120996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3C9A939-110B-2F74-FAA6-B8098CF7BF74}"/>
              </a:ext>
            </a:extLst>
          </p:cNvPr>
          <p:cNvCxnSpPr>
            <a:stCxn id="168" idx="4"/>
            <a:endCxn id="170" idx="0"/>
          </p:cNvCxnSpPr>
          <p:nvPr/>
        </p:nvCxnSpPr>
        <p:spPr>
          <a:xfrm>
            <a:off x="6030686" y="2890219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235C9B0-AC6A-0F84-8537-20CC8097789D}"/>
              </a:ext>
            </a:extLst>
          </p:cNvPr>
          <p:cNvCxnSpPr>
            <a:cxnSpLocks/>
            <a:stCxn id="169" idx="3"/>
            <a:endCxn id="170" idx="6"/>
          </p:cNvCxnSpPr>
          <p:nvPr/>
        </p:nvCxnSpPr>
        <p:spPr>
          <a:xfrm flipH="1">
            <a:off x="6148252" y="3126279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26356DC-E43F-825D-10A3-AB505A2D0DBE}"/>
              </a:ext>
            </a:extLst>
          </p:cNvPr>
          <p:cNvCxnSpPr>
            <a:cxnSpLocks/>
            <a:stCxn id="168" idx="6"/>
            <a:endCxn id="169" idx="1"/>
          </p:cNvCxnSpPr>
          <p:nvPr/>
        </p:nvCxnSpPr>
        <p:spPr>
          <a:xfrm>
            <a:off x="6148252" y="2759591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E4EDADF4-EF2C-4EC0-29EC-F7CCFB26FB7F}"/>
              </a:ext>
            </a:extLst>
          </p:cNvPr>
          <p:cNvSpPr/>
          <p:nvPr/>
        </p:nvSpPr>
        <p:spPr>
          <a:xfrm>
            <a:off x="6072052" y="343763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ABAE8B0-29BE-6F30-E8D5-539658BB2BFF}"/>
              </a:ext>
            </a:extLst>
          </p:cNvPr>
          <p:cNvSpPr/>
          <p:nvPr/>
        </p:nvSpPr>
        <p:spPr>
          <a:xfrm>
            <a:off x="6453052" y="371195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BF551B35-F6C2-47FD-A2DD-7051C7BF06EC}"/>
              </a:ext>
            </a:extLst>
          </p:cNvPr>
          <p:cNvSpPr/>
          <p:nvPr/>
        </p:nvSpPr>
        <p:spPr>
          <a:xfrm>
            <a:off x="6072052" y="39296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F80A9ED4-DFD4-7404-F8AD-5486D2BDAC60}"/>
              </a:ext>
            </a:extLst>
          </p:cNvPr>
          <p:cNvCxnSpPr>
            <a:stCxn id="174" idx="4"/>
            <a:endCxn id="176" idx="0"/>
          </p:cNvCxnSpPr>
          <p:nvPr/>
        </p:nvCxnSpPr>
        <p:spPr>
          <a:xfrm>
            <a:off x="6189618" y="3698891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C160A2F3-448F-0046-8B3F-DB5E703B646B}"/>
              </a:ext>
            </a:extLst>
          </p:cNvPr>
          <p:cNvCxnSpPr>
            <a:cxnSpLocks/>
            <a:stCxn id="175" idx="3"/>
            <a:endCxn id="176" idx="6"/>
          </p:cNvCxnSpPr>
          <p:nvPr/>
        </p:nvCxnSpPr>
        <p:spPr>
          <a:xfrm flipH="1">
            <a:off x="6307184" y="3934951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439DCA8-2223-6F2D-48D8-E2D8F794833B}"/>
              </a:ext>
            </a:extLst>
          </p:cNvPr>
          <p:cNvCxnSpPr>
            <a:cxnSpLocks/>
            <a:stCxn id="174" idx="6"/>
            <a:endCxn id="175" idx="1"/>
          </p:cNvCxnSpPr>
          <p:nvPr/>
        </p:nvCxnSpPr>
        <p:spPr>
          <a:xfrm>
            <a:off x="6307184" y="3568263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4A2FCA0A-0CF5-590C-87A7-CEA9E2CED0D5}"/>
              </a:ext>
            </a:extLst>
          </p:cNvPr>
          <p:cNvSpPr/>
          <p:nvPr/>
        </p:nvSpPr>
        <p:spPr>
          <a:xfrm>
            <a:off x="6554976" y="271604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E8868FD3-82FF-F6C0-0A9A-2EA1849479ED}"/>
              </a:ext>
            </a:extLst>
          </p:cNvPr>
          <p:cNvSpPr/>
          <p:nvPr/>
        </p:nvSpPr>
        <p:spPr>
          <a:xfrm>
            <a:off x="6935976" y="29903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C3634566-6ED4-1FF9-1ED3-18F45D9800B3}"/>
              </a:ext>
            </a:extLst>
          </p:cNvPr>
          <p:cNvSpPr/>
          <p:nvPr/>
        </p:nvSpPr>
        <p:spPr>
          <a:xfrm>
            <a:off x="6554976" y="320808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C076E9D-DAC6-468D-49FC-D83C9F87964F}"/>
              </a:ext>
            </a:extLst>
          </p:cNvPr>
          <p:cNvCxnSpPr>
            <a:stCxn id="180" idx="4"/>
            <a:endCxn id="182" idx="0"/>
          </p:cNvCxnSpPr>
          <p:nvPr/>
        </p:nvCxnSpPr>
        <p:spPr>
          <a:xfrm>
            <a:off x="6672542" y="2977305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66BC9B9D-EC0B-5AE1-6989-27E547FE15EC}"/>
              </a:ext>
            </a:extLst>
          </p:cNvPr>
          <p:cNvCxnSpPr>
            <a:cxnSpLocks/>
            <a:stCxn id="181" idx="3"/>
            <a:endCxn id="182" idx="6"/>
          </p:cNvCxnSpPr>
          <p:nvPr/>
        </p:nvCxnSpPr>
        <p:spPr>
          <a:xfrm flipH="1">
            <a:off x="6790108" y="3213365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78CD4771-3A8C-CFF1-7E73-F7CD66D2496A}"/>
              </a:ext>
            </a:extLst>
          </p:cNvPr>
          <p:cNvCxnSpPr>
            <a:cxnSpLocks/>
            <a:stCxn id="180" idx="6"/>
            <a:endCxn id="181" idx="1"/>
          </p:cNvCxnSpPr>
          <p:nvPr/>
        </p:nvCxnSpPr>
        <p:spPr>
          <a:xfrm>
            <a:off x="6790108" y="2846677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>
            <a:extLst>
              <a:ext uri="{FF2B5EF4-FFF2-40B4-BE49-F238E27FC236}">
                <a16:creationId xmlns:a16="http://schemas.microsoft.com/office/drawing/2014/main" id="{567F3BE6-42F2-D1B0-24C8-0EAD7664D5EB}"/>
              </a:ext>
            </a:extLst>
          </p:cNvPr>
          <p:cNvSpPr/>
          <p:nvPr/>
        </p:nvSpPr>
        <p:spPr>
          <a:xfrm>
            <a:off x="6291141" y="195901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533ACD5-D55A-7AB8-87A3-89827919DAFF}"/>
              </a:ext>
            </a:extLst>
          </p:cNvPr>
          <p:cNvSpPr/>
          <p:nvPr/>
        </p:nvSpPr>
        <p:spPr>
          <a:xfrm>
            <a:off x="6672141" y="223333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DB626771-C317-7E9F-4A66-36325B1C989E}"/>
              </a:ext>
            </a:extLst>
          </p:cNvPr>
          <p:cNvSpPr/>
          <p:nvPr/>
        </p:nvSpPr>
        <p:spPr>
          <a:xfrm>
            <a:off x="6291141" y="2451049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92A014E9-DA7B-05FF-78BD-C87D48079319}"/>
              </a:ext>
            </a:extLst>
          </p:cNvPr>
          <p:cNvCxnSpPr>
            <a:stCxn id="192" idx="4"/>
            <a:endCxn id="194" idx="0"/>
          </p:cNvCxnSpPr>
          <p:nvPr/>
        </p:nvCxnSpPr>
        <p:spPr>
          <a:xfrm>
            <a:off x="6408707" y="2220272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CF9C896-16F7-ED05-36DF-D98E9F9C526D}"/>
              </a:ext>
            </a:extLst>
          </p:cNvPr>
          <p:cNvCxnSpPr>
            <a:cxnSpLocks/>
            <a:stCxn id="193" idx="3"/>
            <a:endCxn id="194" idx="6"/>
          </p:cNvCxnSpPr>
          <p:nvPr/>
        </p:nvCxnSpPr>
        <p:spPr>
          <a:xfrm flipH="1">
            <a:off x="6526273" y="2456332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C40AEE88-E39D-430C-EF3C-86B28FF183D6}"/>
              </a:ext>
            </a:extLst>
          </p:cNvPr>
          <p:cNvCxnSpPr>
            <a:cxnSpLocks/>
            <a:stCxn id="192" idx="6"/>
            <a:endCxn id="193" idx="1"/>
          </p:cNvCxnSpPr>
          <p:nvPr/>
        </p:nvCxnSpPr>
        <p:spPr>
          <a:xfrm>
            <a:off x="6526273" y="2089644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A211CB0A-E263-6CD6-F8C9-5D7664E8AB35}"/>
              </a:ext>
            </a:extLst>
          </p:cNvPr>
          <p:cNvSpPr txBox="1"/>
          <p:nvPr/>
        </p:nvSpPr>
        <p:spPr>
          <a:xfrm>
            <a:off x="6505303" y="5421086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54 – 21 * 2 = 12</a:t>
            </a:r>
          </a:p>
        </p:txBody>
      </p:sp>
    </p:spTree>
    <p:extLst>
      <p:ext uri="{BB962C8B-B14F-4D97-AF65-F5344CB8AC3E}">
        <p14:creationId xmlns:p14="http://schemas.microsoft.com/office/powerpoint/2010/main" val="427443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9B03-878A-A510-CB47-8F16018C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1E78-3B17-269C-E15C-0BD4C4FC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visual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728739-461C-E8D3-D714-3C26366D135B}"/>
              </a:ext>
            </a:extLst>
          </p:cNvPr>
          <p:cNvSpPr/>
          <p:nvPr/>
        </p:nvSpPr>
        <p:spPr>
          <a:xfrm>
            <a:off x="339634" y="275626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505E8E-38B0-CCE6-F60A-5E0C75546AC8}"/>
              </a:ext>
            </a:extLst>
          </p:cNvPr>
          <p:cNvSpPr/>
          <p:nvPr/>
        </p:nvSpPr>
        <p:spPr>
          <a:xfrm>
            <a:off x="720634" y="30305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71E6F4-1B5A-1AAA-DDDD-2A27084B5C32}"/>
              </a:ext>
            </a:extLst>
          </p:cNvPr>
          <p:cNvSpPr/>
          <p:nvPr/>
        </p:nvSpPr>
        <p:spPr>
          <a:xfrm>
            <a:off x="339634" y="3248297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3DAFFCA-593C-06BE-4544-3A5D7738A289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457200" y="3017520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C21FB18-0F7F-8D68-F1A0-2C4A86A37A89}"/>
              </a:ext>
            </a:extLst>
          </p:cNvPr>
          <p:cNvCxnSpPr>
            <a:cxnSpLocks/>
            <a:stCxn id="5" idx="3"/>
            <a:endCxn id="7" idx="6"/>
          </p:cNvCxnSpPr>
          <p:nvPr/>
        </p:nvCxnSpPr>
        <p:spPr>
          <a:xfrm flipH="1">
            <a:off x="574766" y="3253580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911551E-32CF-302C-519F-8BDE979ED527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>
            <a:off x="574766" y="2886892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D3ED1E79-5841-A53F-CA5D-AFBC18C58DC7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1A1A930-21C9-6932-0872-0F63A9AC7CC8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5338C80C-E9A4-C85C-2A5A-40F18F6DF76A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84B5419-D5FC-6A7D-60C7-B9F6C3C14373}"/>
              </a:ext>
            </a:extLst>
          </p:cNvPr>
          <p:cNvCxnSpPr>
            <a:stCxn id="136" idx="4"/>
            <a:endCxn id="138" idx="0"/>
          </p:cNvCxnSpPr>
          <p:nvPr/>
        </p:nvCxnSpPr>
        <p:spPr>
          <a:xfrm>
            <a:off x="1099056" y="3104606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EB03E2B-2D66-7B36-C10F-205073DF111C}"/>
              </a:ext>
            </a:extLst>
          </p:cNvPr>
          <p:cNvCxnSpPr>
            <a:cxnSpLocks/>
            <a:stCxn id="137" idx="3"/>
            <a:endCxn id="138" idx="6"/>
          </p:cNvCxnSpPr>
          <p:nvPr/>
        </p:nvCxnSpPr>
        <p:spPr>
          <a:xfrm flipH="1">
            <a:off x="1216622" y="3340666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84E8ADA-0162-A25C-C23B-A9A2D55D49C1}"/>
              </a:ext>
            </a:extLst>
          </p:cNvPr>
          <p:cNvCxnSpPr>
            <a:cxnSpLocks/>
            <a:stCxn id="136" idx="6"/>
          </p:cNvCxnSpPr>
          <p:nvPr/>
        </p:nvCxnSpPr>
        <p:spPr>
          <a:xfrm>
            <a:off x="1216622" y="2973978"/>
            <a:ext cx="387532" cy="27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FC2C30D1-62A5-9AD5-8731-9C52548EFF6C}"/>
              </a:ext>
            </a:extLst>
          </p:cNvPr>
          <p:cNvSpPr/>
          <p:nvPr/>
        </p:nvSpPr>
        <p:spPr>
          <a:xfrm>
            <a:off x="717655" y="208631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631B169-53A6-717A-8A0F-EFA5BA0183ED}"/>
              </a:ext>
            </a:extLst>
          </p:cNvPr>
          <p:cNvSpPr/>
          <p:nvPr/>
        </p:nvSpPr>
        <p:spPr>
          <a:xfrm>
            <a:off x="1098655" y="236063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941B909E-57A1-A16C-ECAA-2B628D1DF043}"/>
              </a:ext>
            </a:extLst>
          </p:cNvPr>
          <p:cNvSpPr/>
          <p:nvPr/>
        </p:nvSpPr>
        <p:spPr>
          <a:xfrm>
            <a:off x="717655" y="257835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C08E7FC-45D3-9340-AF5E-7BDFA241336B}"/>
              </a:ext>
            </a:extLst>
          </p:cNvPr>
          <p:cNvCxnSpPr>
            <a:stCxn id="150" idx="4"/>
            <a:endCxn id="152" idx="0"/>
          </p:cNvCxnSpPr>
          <p:nvPr/>
        </p:nvCxnSpPr>
        <p:spPr>
          <a:xfrm>
            <a:off x="835221" y="2347573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351B85C-D355-7857-C3E4-BAA5B75F09F4}"/>
              </a:ext>
            </a:extLst>
          </p:cNvPr>
          <p:cNvCxnSpPr>
            <a:cxnSpLocks/>
            <a:stCxn id="151" idx="3"/>
            <a:endCxn id="152" idx="6"/>
          </p:cNvCxnSpPr>
          <p:nvPr/>
        </p:nvCxnSpPr>
        <p:spPr>
          <a:xfrm flipH="1">
            <a:off x="952787" y="2583633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B9A352E-464A-EDF5-EBBC-21111CAD7013}"/>
              </a:ext>
            </a:extLst>
          </p:cNvPr>
          <p:cNvCxnSpPr>
            <a:cxnSpLocks/>
            <a:stCxn id="150" idx="6"/>
            <a:endCxn id="151" idx="1"/>
          </p:cNvCxnSpPr>
          <p:nvPr/>
        </p:nvCxnSpPr>
        <p:spPr>
          <a:xfrm>
            <a:off x="952787" y="2216945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2CFE2F0A-176F-DE5F-7614-E93209671EB3}"/>
              </a:ext>
            </a:extLst>
          </p:cNvPr>
          <p:cNvSpPr/>
          <p:nvPr/>
        </p:nvSpPr>
        <p:spPr>
          <a:xfrm>
            <a:off x="5913120" y="262896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37BFD952-792B-B57C-060A-ACE57438975B}"/>
              </a:ext>
            </a:extLst>
          </p:cNvPr>
          <p:cNvSpPr/>
          <p:nvPr/>
        </p:nvSpPr>
        <p:spPr>
          <a:xfrm>
            <a:off x="6294120" y="290328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C8F907E-15E2-CA20-A15E-94BC9CF9534C}"/>
              </a:ext>
            </a:extLst>
          </p:cNvPr>
          <p:cNvSpPr/>
          <p:nvPr/>
        </p:nvSpPr>
        <p:spPr>
          <a:xfrm>
            <a:off x="5913120" y="3120996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19532DB-1AB4-DA90-0A80-C45679E9609D}"/>
              </a:ext>
            </a:extLst>
          </p:cNvPr>
          <p:cNvCxnSpPr>
            <a:stCxn id="168" idx="4"/>
            <a:endCxn id="170" idx="0"/>
          </p:cNvCxnSpPr>
          <p:nvPr/>
        </p:nvCxnSpPr>
        <p:spPr>
          <a:xfrm>
            <a:off x="6030686" y="2890219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213210B-DF26-6FF7-79B6-4987C8B04D34}"/>
              </a:ext>
            </a:extLst>
          </p:cNvPr>
          <p:cNvCxnSpPr>
            <a:cxnSpLocks/>
            <a:stCxn id="169" idx="3"/>
            <a:endCxn id="170" idx="6"/>
          </p:cNvCxnSpPr>
          <p:nvPr/>
        </p:nvCxnSpPr>
        <p:spPr>
          <a:xfrm flipH="1">
            <a:off x="6148252" y="3126279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CBD7F96C-E83E-B7B0-BE95-7791C0E8BD5B}"/>
              </a:ext>
            </a:extLst>
          </p:cNvPr>
          <p:cNvCxnSpPr>
            <a:cxnSpLocks/>
            <a:stCxn id="168" idx="6"/>
            <a:endCxn id="169" idx="1"/>
          </p:cNvCxnSpPr>
          <p:nvPr/>
        </p:nvCxnSpPr>
        <p:spPr>
          <a:xfrm>
            <a:off x="6148252" y="2759591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599BFE57-8C7C-1100-6396-8B0AA97D1D5B}"/>
              </a:ext>
            </a:extLst>
          </p:cNvPr>
          <p:cNvSpPr/>
          <p:nvPr/>
        </p:nvSpPr>
        <p:spPr>
          <a:xfrm>
            <a:off x="6072052" y="343763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B0AFE259-BA41-4CF4-AF53-F2822C2ED552}"/>
              </a:ext>
            </a:extLst>
          </p:cNvPr>
          <p:cNvSpPr/>
          <p:nvPr/>
        </p:nvSpPr>
        <p:spPr>
          <a:xfrm>
            <a:off x="6453052" y="3711954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70E62B7D-4717-61BF-2A49-287BD731B1D9}"/>
              </a:ext>
            </a:extLst>
          </p:cNvPr>
          <p:cNvSpPr/>
          <p:nvPr/>
        </p:nvSpPr>
        <p:spPr>
          <a:xfrm>
            <a:off x="6072052" y="39296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9F507ED1-0B8F-28BB-6BE3-02DD2B43F9EB}"/>
              </a:ext>
            </a:extLst>
          </p:cNvPr>
          <p:cNvCxnSpPr>
            <a:stCxn id="174" idx="4"/>
            <a:endCxn id="176" idx="0"/>
          </p:cNvCxnSpPr>
          <p:nvPr/>
        </p:nvCxnSpPr>
        <p:spPr>
          <a:xfrm>
            <a:off x="6189618" y="3698891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F0BDCBDC-AA09-8AB8-1E31-FFA9A51040D7}"/>
              </a:ext>
            </a:extLst>
          </p:cNvPr>
          <p:cNvCxnSpPr>
            <a:cxnSpLocks/>
            <a:stCxn id="175" idx="3"/>
            <a:endCxn id="176" idx="6"/>
          </p:cNvCxnSpPr>
          <p:nvPr/>
        </p:nvCxnSpPr>
        <p:spPr>
          <a:xfrm flipH="1">
            <a:off x="6307184" y="3934951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5755E5B-9EEC-424F-DDE8-552B7C971583}"/>
              </a:ext>
            </a:extLst>
          </p:cNvPr>
          <p:cNvCxnSpPr>
            <a:cxnSpLocks/>
            <a:stCxn id="174" idx="6"/>
            <a:endCxn id="175" idx="1"/>
          </p:cNvCxnSpPr>
          <p:nvPr/>
        </p:nvCxnSpPr>
        <p:spPr>
          <a:xfrm>
            <a:off x="6307184" y="3568263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FB0AA404-4A37-3AA2-4752-987EDCA7E6FA}"/>
              </a:ext>
            </a:extLst>
          </p:cNvPr>
          <p:cNvSpPr/>
          <p:nvPr/>
        </p:nvSpPr>
        <p:spPr>
          <a:xfrm>
            <a:off x="6554976" y="271604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22C52BC9-0A60-07CF-20A9-017CF9500F9A}"/>
              </a:ext>
            </a:extLst>
          </p:cNvPr>
          <p:cNvSpPr/>
          <p:nvPr/>
        </p:nvSpPr>
        <p:spPr>
          <a:xfrm>
            <a:off x="6935976" y="2990368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E578C5F9-DDA2-8777-93F6-AA9D8E0045D7}"/>
              </a:ext>
            </a:extLst>
          </p:cNvPr>
          <p:cNvSpPr/>
          <p:nvPr/>
        </p:nvSpPr>
        <p:spPr>
          <a:xfrm>
            <a:off x="6554976" y="3208082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F415641-6D1C-B6E1-C4CF-B58D928A612B}"/>
              </a:ext>
            </a:extLst>
          </p:cNvPr>
          <p:cNvCxnSpPr>
            <a:stCxn id="180" idx="4"/>
            <a:endCxn id="182" idx="0"/>
          </p:cNvCxnSpPr>
          <p:nvPr/>
        </p:nvCxnSpPr>
        <p:spPr>
          <a:xfrm>
            <a:off x="6672542" y="2977305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DB042CA5-4434-87FB-7D1D-9324E6D878C0}"/>
              </a:ext>
            </a:extLst>
          </p:cNvPr>
          <p:cNvCxnSpPr>
            <a:cxnSpLocks/>
            <a:stCxn id="181" idx="3"/>
            <a:endCxn id="182" idx="6"/>
          </p:cNvCxnSpPr>
          <p:nvPr/>
        </p:nvCxnSpPr>
        <p:spPr>
          <a:xfrm flipH="1">
            <a:off x="6790108" y="3213365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83E8DE7-224A-7B54-05F6-4D21FCF3128D}"/>
              </a:ext>
            </a:extLst>
          </p:cNvPr>
          <p:cNvCxnSpPr>
            <a:cxnSpLocks/>
            <a:stCxn id="180" idx="6"/>
            <a:endCxn id="181" idx="1"/>
          </p:cNvCxnSpPr>
          <p:nvPr/>
        </p:nvCxnSpPr>
        <p:spPr>
          <a:xfrm>
            <a:off x="6790108" y="2846677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>
            <a:extLst>
              <a:ext uri="{FF2B5EF4-FFF2-40B4-BE49-F238E27FC236}">
                <a16:creationId xmlns:a16="http://schemas.microsoft.com/office/drawing/2014/main" id="{C10BA940-B5D4-47AE-DB58-9AF069AB497A}"/>
              </a:ext>
            </a:extLst>
          </p:cNvPr>
          <p:cNvSpPr/>
          <p:nvPr/>
        </p:nvSpPr>
        <p:spPr>
          <a:xfrm>
            <a:off x="6291141" y="195901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358980A-A8F7-69F4-6BA0-E3F51A674D1C}"/>
              </a:ext>
            </a:extLst>
          </p:cNvPr>
          <p:cNvSpPr/>
          <p:nvPr/>
        </p:nvSpPr>
        <p:spPr>
          <a:xfrm>
            <a:off x="6672141" y="223333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7C2BE33-64CC-46DA-602C-71D4D9F80C18}"/>
              </a:ext>
            </a:extLst>
          </p:cNvPr>
          <p:cNvSpPr/>
          <p:nvPr/>
        </p:nvSpPr>
        <p:spPr>
          <a:xfrm>
            <a:off x="6291141" y="2451049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7F06F79-E84A-A0D6-83E2-049805F0A8DF}"/>
              </a:ext>
            </a:extLst>
          </p:cNvPr>
          <p:cNvCxnSpPr>
            <a:stCxn id="192" idx="4"/>
            <a:endCxn id="194" idx="0"/>
          </p:cNvCxnSpPr>
          <p:nvPr/>
        </p:nvCxnSpPr>
        <p:spPr>
          <a:xfrm>
            <a:off x="6408707" y="2220272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B5EA673-BBE3-1AA0-B185-ED7154B399BF}"/>
              </a:ext>
            </a:extLst>
          </p:cNvPr>
          <p:cNvCxnSpPr>
            <a:cxnSpLocks/>
            <a:stCxn id="193" idx="3"/>
            <a:endCxn id="194" idx="6"/>
          </p:cNvCxnSpPr>
          <p:nvPr/>
        </p:nvCxnSpPr>
        <p:spPr>
          <a:xfrm flipH="1">
            <a:off x="6526273" y="2456332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A08366C-5360-0FCE-BBE1-AB0481AC5B92}"/>
              </a:ext>
            </a:extLst>
          </p:cNvPr>
          <p:cNvCxnSpPr>
            <a:cxnSpLocks/>
            <a:stCxn id="192" idx="6"/>
            <a:endCxn id="193" idx="1"/>
          </p:cNvCxnSpPr>
          <p:nvPr/>
        </p:nvCxnSpPr>
        <p:spPr>
          <a:xfrm>
            <a:off x="6526273" y="2089644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6905C98A-03F1-A269-D063-24486E9F6010}"/>
              </a:ext>
            </a:extLst>
          </p:cNvPr>
          <p:cNvSpPr txBox="1"/>
          <p:nvPr/>
        </p:nvSpPr>
        <p:spPr>
          <a:xfrm>
            <a:off x="412856" y="5643127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 – 12 = 9</a:t>
            </a:r>
          </a:p>
        </p:txBody>
      </p:sp>
    </p:spTree>
    <p:extLst>
      <p:ext uri="{BB962C8B-B14F-4D97-AF65-F5344CB8AC3E}">
        <p14:creationId xmlns:p14="http://schemas.microsoft.com/office/powerpoint/2010/main" val="40694315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64E7-D578-6837-6317-5242634D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6E5E-D8B0-C1DC-CEC3-0FC476ED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visual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6807FF0-8B34-D482-E3EA-D6D37B341BA2}"/>
              </a:ext>
            </a:extLst>
          </p:cNvPr>
          <p:cNvSpPr/>
          <p:nvPr/>
        </p:nvSpPr>
        <p:spPr>
          <a:xfrm>
            <a:off x="339634" y="275626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9993B7-2810-5EB4-8527-44F59E1207FC}"/>
              </a:ext>
            </a:extLst>
          </p:cNvPr>
          <p:cNvSpPr/>
          <p:nvPr/>
        </p:nvSpPr>
        <p:spPr>
          <a:xfrm>
            <a:off x="720634" y="30305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20672A-DE0C-59AD-88B0-CD9310880614}"/>
              </a:ext>
            </a:extLst>
          </p:cNvPr>
          <p:cNvSpPr/>
          <p:nvPr/>
        </p:nvSpPr>
        <p:spPr>
          <a:xfrm>
            <a:off x="339634" y="3248297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37C1761-1ED5-5E48-BC12-B5AB148FE14A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457200" y="3017520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BC025C2-40D7-7DCA-2175-BCDF6BC4495C}"/>
              </a:ext>
            </a:extLst>
          </p:cNvPr>
          <p:cNvCxnSpPr>
            <a:cxnSpLocks/>
            <a:stCxn id="5" idx="3"/>
            <a:endCxn id="7" idx="6"/>
          </p:cNvCxnSpPr>
          <p:nvPr/>
        </p:nvCxnSpPr>
        <p:spPr>
          <a:xfrm flipH="1">
            <a:off x="574766" y="3253580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0D40530-6BDA-936C-E51F-E998CD566C42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>
            <a:off x="574766" y="2886892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634BB830-7E42-490B-423A-6C403DB70CB3}"/>
              </a:ext>
            </a:extLst>
          </p:cNvPr>
          <p:cNvSpPr/>
          <p:nvPr/>
        </p:nvSpPr>
        <p:spPr>
          <a:xfrm>
            <a:off x="981490" y="284334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260D888-F632-B64F-8779-DB602E56985F}"/>
              </a:ext>
            </a:extLst>
          </p:cNvPr>
          <p:cNvSpPr/>
          <p:nvPr/>
        </p:nvSpPr>
        <p:spPr>
          <a:xfrm>
            <a:off x="1362490" y="3117669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96F632D0-AE42-C8C4-5521-A3964FD8E154}"/>
              </a:ext>
            </a:extLst>
          </p:cNvPr>
          <p:cNvSpPr/>
          <p:nvPr/>
        </p:nvSpPr>
        <p:spPr>
          <a:xfrm>
            <a:off x="981490" y="3335383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35CE858-D43D-60F9-38C5-B345FE794A75}"/>
              </a:ext>
            </a:extLst>
          </p:cNvPr>
          <p:cNvCxnSpPr>
            <a:stCxn id="136" idx="4"/>
            <a:endCxn id="138" idx="0"/>
          </p:cNvCxnSpPr>
          <p:nvPr/>
        </p:nvCxnSpPr>
        <p:spPr>
          <a:xfrm>
            <a:off x="1099056" y="3104606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98D014F-31FF-5EF9-E415-5E42129A4D22}"/>
              </a:ext>
            </a:extLst>
          </p:cNvPr>
          <p:cNvCxnSpPr>
            <a:cxnSpLocks/>
            <a:stCxn id="137" idx="3"/>
            <a:endCxn id="138" idx="6"/>
          </p:cNvCxnSpPr>
          <p:nvPr/>
        </p:nvCxnSpPr>
        <p:spPr>
          <a:xfrm flipH="1">
            <a:off x="1216622" y="3340666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BACF0F-8CBF-D98C-FB53-E655F804D8A4}"/>
              </a:ext>
            </a:extLst>
          </p:cNvPr>
          <p:cNvCxnSpPr>
            <a:cxnSpLocks/>
            <a:stCxn id="136" idx="6"/>
          </p:cNvCxnSpPr>
          <p:nvPr/>
        </p:nvCxnSpPr>
        <p:spPr>
          <a:xfrm>
            <a:off x="1216622" y="2973978"/>
            <a:ext cx="387532" cy="27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B0D6C3DC-59BD-C1D7-7A38-1FBA0CAE5902}"/>
              </a:ext>
            </a:extLst>
          </p:cNvPr>
          <p:cNvSpPr/>
          <p:nvPr/>
        </p:nvSpPr>
        <p:spPr>
          <a:xfrm>
            <a:off x="717655" y="208631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DDA5B25-93F9-009F-3A57-5D35A9877ABF}"/>
              </a:ext>
            </a:extLst>
          </p:cNvPr>
          <p:cNvSpPr/>
          <p:nvPr/>
        </p:nvSpPr>
        <p:spPr>
          <a:xfrm>
            <a:off x="1098655" y="2360636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90BE7DD-ABBE-DCE8-1AC1-A34ACF50262B}"/>
              </a:ext>
            </a:extLst>
          </p:cNvPr>
          <p:cNvSpPr/>
          <p:nvPr/>
        </p:nvSpPr>
        <p:spPr>
          <a:xfrm>
            <a:off x="717655" y="2578350"/>
            <a:ext cx="235132" cy="261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7A33FF88-EE13-52CF-50B1-05CD2700ACAC}"/>
              </a:ext>
            </a:extLst>
          </p:cNvPr>
          <p:cNvCxnSpPr>
            <a:stCxn id="150" idx="4"/>
            <a:endCxn id="152" idx="0"/>
          </p:cNvCxnSpPr>
          <p:nvPr/>
        </p:nvCxnSpPr>
        <p:spPr>
          <a:xfrm>
            <a:off x="835221" y="2347573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3E92A3A-4F3A-C38B-EC86-27643932A644}"/>
              </a:ext>
            </a:extLst>
          </p:cNvPr>
          <p:cNvCxnSpPr>
            <a:cxnSpLocks/>
            <a:stCxn id="151" idx="3"/>
            <a:endCxn id="152" idx="6"/>
          </p:cNvCxnSpPr>
          <p:nvPr/>
        </p:nvCxnSpPr>
        <p:spPr>
          <a:xfrm flipH="1">
            <a:off x="952787" y="2583633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0B8C80B-D6D7-3849-9844-B84472FE5478}"/>
              </a:ext>
            </a:extLst>
          </p:cNvPr>
          <p:cNvCxnSpPr>
            <a:cxnSpLocks/>
            <a:stCxn id="150" idx="6"/>
            <a:endCxn id="151" idx="1"/>
          </p:cNvCxnSpPr>
          <p:nvPr/>
        </p:nvCxnSpPr>
        <p:spPr>
          <a:xfrm>
            <a:off x="952787" y="2216945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>
            <a:extLst>
              <a:ext uri="{FF2B5EF4-FFF2-40B4-BE49-F238E27FC236}">
                <a16:creationId xmlns:a16="http://schemas.microsoft.com/office/drawing/2014/main" id="{5FCCD2F4-4AD6-6F07-8310-CEF4F8364215}"/>
              </a:ext>
            </a:extLst>
          </p:cNvPr>
          <p:cNvSpPr/>
          <p:nvPr/>
        </p:nvSpPr>
        <p:spPr>
          <a:xfrm>
            <a:off x="6291141" y="195901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46E743D-9985-6F4D-BD97-1BE59065D78D}"/>
              </a:ext>
            </a:extLst>
          </p:cNvPr>
          <p:cNvSpPr/>
          <p:nvPr/>
        </p:nvSpPr>
        <p:spPr>
          <a:xfrm>
            <a:off x="6672141" y="223333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65D779A8-E6C7-428A-4E43-FDF11B004A02}"/>
              </a:ext>
            </a:extLst>
          </p:cNvPr>
          <p:cNvSpPr/>
          <p:nvPr/>
        </p:nvSpPr>
        <p:spPr>
          <a:xfrm>
            <a:off x="6291141" y="2451049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901873B-E6F0-8FE6-12B5-C4A6268057AA}"/>
              </a:ext>
            </a:extLst>
          </p:cNvPr>
          <p:cNvCxnSpPr>
            <a:stCxn id="192" idx="4"/>
            <a:endCxn id="194" idx="0"/>
          </p:cNvCxnSpPr>
          <p:nvPr/>
        </p:nvCxnSpPr>
        <p:spPr>
          <a:xfrm>
            <a:off x="6408707" y="2220272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1BC36FD-8EFC-6CEF-BAFA-AD18B6AA6A26}"/>
              </a:ext>
            </a:extLst>
          </p:cNvPr>
          <p:cNvCxnSpPr>
            <a:cxnSpLocks/>
            <a:stCxn id="193" idx="3"/>
            <a:endCxn id="194" idx="6"/>
          </p:cNvCxnSpPr>
          <p:nvPr/>
        </p:nvCxnSpPr>
        <p:spPr>
          <a:xfrm flipH="1">
            <a:off x="6526273" y="2456332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4227C63E-0777-3417-2685-AB7131DB619B}"/>
              </a:ext>
            </a:extLst>
          </p:cNvPr>
          <p:cNvCxnSpPr>
            <a:cxnSpLocks/>
            <a:stCxn id="192" idx="6"/>
            <a:endCxn id="193" idx="1"/>
          </p:cNvCxnSpPr>
          <p:nvPr/>
        </p:nvCxnSpPr>
        <p:spPr>
          <a:xfrm>
            <a:off x="6526273" y="2089644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D9443BAC-DBC1-6EB5-0F18-340834D79F96}"/>
              </a:ext>
            </a:extLst>
          </p:cNvPr>
          <p:cNvSpPr txBox="1"/>
          <p:nvPr/>
        </p:nvSpPr>
        <p:spPr>
          <a:xfrm>
            <a:off x="5753410" y="532961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 – 9 = 3</a:t>
            </a:r>
          </a:p>
        </p:txBody>
      </p:sp>
    </p:spTree>
    <p:extLst>
      <p:ext uri="{BB962C8B-B14F-4D97-AF65-F5344CB8AC3E}">
        <p14:creationId xmlns:p14="http://schemas.microsoft.com/office/powerpoint/2010/main" val="165294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43F0-DD4E-72C4-D7CB-D7B76B90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AA26-ADED-88AA-F9FD-5CFD0A8B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visual 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193EC502-411F-4A5E-B792-4346C0F621C0}"/>
              </a:ext>
            </a:extLst>
          </p:cNvPr>
          <p:cNvSpPr/>
          <p:nvPr/>
        </p:nvSpPr>
        <p:spPr>
          <a:xfrm>
            <a:off x="6291141" y="195901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45FFD70-F8B7-1984-E857-B13CAC435588}"/>
              </a:ext>
            </a:extLst>
          </p:cNvPr>
          <p:cNvSpPr/>
          <p:nvPr/>
        </p:nvSpPr>
        <p:spPr>
          <a:xfrm>
            <a:off x="6672141" y="2233335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59B97793-0DA8-51A7-D360-CFDDC7F59FE5}"/>
              </a:ext>
            </a:extLst>
          </p:cNvPr>
          <p:cNvSpPr/>
          <p:nvPr/>
        </p:nvSpPr>
        <p:spPr>
          <a:xfrm>
            <a:off x="6291141" y="2451049"/>
            <a:ext cx="235132" cy="261257"/>
          </a:xfrm>
          <a:prstGeom prst="ellipse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EAFF664D-755B-C761-B1ED-7067182E24BB}"/>
              </a:ext>
            </a:extLst>
          </p:cNvPr>
          <p:cNvCxnSpPr>
            <a:stCxn id="192" idx="4"/>
            <a:endCxn id="194" idx="0"/>
          </p:cNvCxnSpPr>
          <p:nvPr/>
        </p:nvCxnSpPr>
        <p:spPr>
          <a:xfrm>
            <a:off x="6408707" y="2220272"/>
            <a:ext cx="0" cy="230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2469AF6-0D5B-6738-A4B0-E107B47CB288}"/>
              </a:ext>
            </a:extLst>
          </p:cNvPr>
          <p:cNvCxnSpPr>
            <a:cxnSpLocks/>
            <a:stCxn id="193" idx="3"/>
            <a:endCxn id="194" idx="6"/>
          </p:cNvCxnSpPr>
          <p:nvPr/>
        </p:nvCxnSpPr>
        <p:spPr>
          <a:xfrm flipH="1">
            <a:off x="6526273" y="2456332"/>
            <a:ext cx="180302" cy="125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DB568D6-ABC6-866D-E1D2-B8E86652C2AA}"/>
              </a:ext>
            </a:extLst>
          </p:cNvPr>
          <p:cNvCxnSpPr>
            <a:cxnSpLocks/>
            <a:stCxn id="192" idx="6"/>
            <a:endCxn id="193" idx="1"/>
          </p:cNvCxnSpPr>
          <p:nvPr/>
        </p:nvCxnSpPr>
        <p:spPr>
          <a:xfrm>
            <a:off x="6526273" y="2089644"/>
            <a:ext cx="180302" cy="181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DF768174-1737-6100-F6CB-D57BE289A4CA}"/>
              </a:ext>
            </a:extLst>
          </p:cNvPr>
          <p:cNvSpPr txBox="1"/>
          <p:nvPr/>
        </p:nvSpPr>
        <p:spPr>
          <a:xfrm>
            <a:off x="259812" y="4833229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 / 3 * 3 = 0</a:t>
            </a:r>
          </a:p>
        </p:txBody>
      </p:sp>
    </p:spTree>
    <p:extLst>
      <p:ext uri="{BB962C8B-B14F-4D97-AF65-F5344CB8AC3E}">
        <p14:creationId xmlns:p14="http://schemas.microsoft.com/office/powerpoint/2010/main" val="33621412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514F-6934-7F8F-EA89-B2A56430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Ok so this works but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F5E9-4AC3-0BD9-F408-BCF92C4A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4813"/>
            <a:ext cx="10515600" cy="4351338"/>
          </a:xfrm>
        </p:spPr>
        <p:txBody>
          <a:bodyPr/>
          <a:lstStyle/>
          <a:p>
            <a:r>
              <a:rPr lang="en-US" dirty="0"/>
              <a:t>Aka how do we know our problems are analogous</a:t>
            </a:r>
          </a:p>
          <a:p>
            <a:pPr lvl="1"/>
            <a:r>
              <a:rPr lang="en-US" dirty="0"/>
              <a:t>We can kind of see that </a:t>
            </a:r>
            <a:r>
              <a:rPr lang="en-US" dirty="0" err="1"/>
              <a:t>gcd</a:t>
            </a:r>
            <a:r>
              <a:rPr lang="en-US" dirty="0"/>
              <a:t>(54, 21) = </a:t>
            </a:r>
            <a:r>
              <a:rPr lang="en-US" dirty="0" err="1"/>
              <a:t>gcd</a:t>
            </a:r>
            <a:r>
              <a:rPr lang="en-US" dirty="0"/>
              <a:t>(12, 9)  = </a:t>
            </a:r>
            <a:r>
              <a:rPr lang="en-US" dirty="0" err="1"/>
              <a:t>gcd</a:t>
            </a:r>
            <a:r>
              <a:rPr lang="en-US" dirty="0"/>
              <a:t>(3, 0)</a:t>
            </a:r>
          </a:p>
          <a:p>
            <a:endParaRPr lang="en-US" dirty="0"/>
          </a:p>
          <a:p>
            <a:r>
              <a:rPr lang="en-US" dirty="0"/>
              <a:t>But why is shrinking our problem ok</a:t>
            </a:r>
          </a:p>
          <a:p>
            <a:pPr lvl="1"/>
            <a:endParaRPr lang="en-US" dirty="0"/>
          </a:p>
          <a:p>
            <a:r>
              <a:rPr lang="en-US" dirty="0"/>
              <a:t>How do we know </a:t>
            </a:r>
            <a:r>
              <a:rPr lang="en-US" dirty="0" err="1"/>
              <a:t>gcd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 is the same as </a:t>
            </a:r>
            <a:r>
              <a:rPr lang="en-US" dirty="0" err="1"/>
              <a:t>gcd</a:t>
            </a:r>
            <a:r>
              <a:rPr lang="en-US" dirty="0"/>
              <a:t>(a, b-a)</a:t>
            </a:r>
          </a:p>
          <a:p>
            <a:pPr lvl="1"/>
            <a:r>
              <a:rPr lang="en-US" dirty="0"/>
              <a:t>Why can we shrink perform these reductions and still get the right 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17AA4-C317-CB7A-7990-569BD845852B}"/>
              </a:ext>
            </a:extLst>
          </p:cNvPr>
          <p:cNvSpPr txBox="1"/>
          <p:nvPr/>
        </p:nvSpPr>
        <p:spPr>
          <a:xfrm>
            <a:off x="6096000" y="-52251"/>
            <a:ext cx="6096000" cy="1477328"/>
          </a:xfrm>
          <a:prstGeom prst="rect">
            <a:avLst/>
          </a:prstGeom>
          <a:solidFill>
            <a:srgbClr val="003534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gcd</a:t>
            </a:r>
            <a:r>
              <a:rPr lang="en-US" dirty="0">
                <a:solidFill>
                  <a:schemeClr val="bg1"/>
                </a:solidFill>
              </a:rPr>
              <a:t>(0, n ) = 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n|0 is always true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There is some number (0) we can multiply by any number to get 0</a:t>
            </a:r>
          </a:p>
        </p:txBody>
      </p:sp>
    </p:spTree>
    <p:extLst>
      <p:ext uri="{BB962C8B-B14F-4D97-AF65-F5344CB8AC3E}">
        <p14:creationId xmlns:p14="http://schemas.microsoft.com/office/powerpoint/2010/main" val="3358282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D879-D996-F424-045F-3E29C5F4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Lets look at the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7B88-AE0B-5DB6-3B83-9B5DD10A2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>
            <a:normAutofit/>
          </a:bodyPr>
          <a:lstStyle/>
          <a:p>
            <a:r>
              <a:rPr lang="en-US" dirty="0"/>
              <a:t>g = </a:t>
            </a:r>
            <a:r>
              <a:rPr lang="en-US" dirty="0" err="1"/>
              <a:t>gcd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g|a</a:t>
            </a:r>
            <a:r>
              <a:rPr lang="en-US" dirty="0"/>
              <a:t> is true </a:t>
            </a:r>
          </a:p>
          <a:p>
            <a:pPr lvl="1"/>
            <a:r>
              <a:rPr lang="en-US" dirty="0"/>
              <a:t>so g * some number (x) = a</a:t>
            </a:r>
          </a:p>
          <a:p>
            <a:pPr lvl="1"/>
            <a:r>
              <a:rPr lang="en-US" dirty="0" err="1"/>
              <a:t>gx</a:t>
            </a:r>
            <a:r>
              <a:rPr lang="en-US" dirty="0"/>
              <a:t> = a</a:t>
            </a:r>
          </a:p>
          <a:p>
            <a:r>
              <a:rPr lang="en-US" dirty="0" err="1"/>
              <a:t>g|b</a:t>
            </a:r>
            <a:r>
              <a:rPr lang="en-US" dirty="0"/>
              <a:t> is true</a:t>
            </a:r>
          </a:p>
          <a:p>
            <a:pPr lvl="1"/>
            <a:r>
              <a:rPr lang="en-US" dirty="0"/>
              <a:t>so g * some other number (y) = b</a:t>
            </a:r>
          </a:p>
          <a:p>
            <a:pPr lvl="1"/>
            <a:r>
              <a:rPr lang="en-US" dirty="0" err="1"/>
              <a:t>gy</a:t>
            </a:r>
            <a:r>
              <a:rPr lang="en-US" dirty="0"/>
              <a:t> = 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50A2D-C3F1-B2BC-6F8F-BBF50F927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6019800" cy="4351338"/>
          </a:xfrm>
        </p:spPr>
        <p:txBody>
          <a:bodyPr>
            <a:normAutofit/>
          </a:bodyPr>
          <a:lstStyle/>
          <a:p>
            <a:r>
              <a:rPr lang="en-US" dirty="0"/>
              <a:t>a-b</a:t>
            </a:r>
          </a:p>
          <a:p>
            <a:pPr lvl="1"/>
            <a:r>
              <a:rPr lang="en-US" dirty="0"/>
              <a:t>Put another way is </a:t>
            </a:r>
          </a:p>
          <a:p>
            <a:pPr lvl="2"/>
            <a:r>
              <a:rPr lang="en-US" dirty="0"/>
              <a:t>a-b = </a:t>
            </a:r>
            <a:r>
              <a:rPr lang="en-US" dirty="0" err="1"/>
              <a:t>gx</a:t>
            </a:r>
            <a:r>
              <a:rPr lang="en-US" dirty="0"/>
              <a:t> – </a:t>
            </a:r>
            <a:r>
              <a:rPr lang="en-US" dirty="0" err="1"/>
              <a:t>gy</a:t>
            </a:r>
            <a:endParaRPr lang="en-US" dirty="0"/>
          </a:p>
          <a:p>
            <a:pPr lvl="2"/>
            <a:r>
              <a:rPr lang="en-US" dirty="0"/>
              <a:t>= g(x-y)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And we’ve reached our definition of divides</a:t>
            </a:r>
          </a:p>
          <a:p>
            <a:pPr lvl="1"/>
            <a:r>
              <a:rPr lang="en-US" dirty="0"/>
              <a:t>G can be multiplied by some other number (whatever x-y is) to get a-b</a:t>
            </a:r>
          </a:p>
          <a:p>
            <a:pPr lvl="1"/>
            <a:endParaRPr lang="en-US" dirty="0"/>
          </a:p>
          <a:p>
            <a:r>
              <a:rPr lang="en-US" dirty="0" err="1"/>
              <a:t>g|a-b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7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FEA9D-BFDD-89D7-2192-2C5DA864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do better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4A0758-86E4-E2B5-48B9-C3264D3347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65753" y="2458400"/>
            <a:ext cx="5181600" cy="36455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802020-67B5-53FB-C1CC-F7A95E44C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2001022"/>
            <a:ext cx="5799101" cy="4351338"/>
          </a:xfrm>
        </p:spPr>
        <p:txBody>
          <a:bodyPr/>
          <a:lstStyle/>
          <a:p>
            <a:r>
              <a:rPr lang="en-US" dirty="0"/>
              <a:t>If a and b are integers and b&gt;a</a:t>
            </a:r>
          </a:p>
          <a:p>
            <a:endParaRPr lang="en-US" dirty="0"/>
          </a:p>
          <a:p>
            <a:r>
              <a:rPr lang="en-US" dirty="0"/>
              <a:t>b = quotient * a + remainder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Shortened to b = </a:t>
            </a:r>
            <a:r>
              <a:rPr lang="en-US" dirty="0" err="1"/>
              <a:t>qa</a:t>
            </a:r>
            <a:r>
              <a:rPr lang="en-US" dirty="0"/>
              <a:t> + r</a:t>
            </a:r>
          </a:p>
          <a:p>
            <a:pPr lvl="2"/>
            <a:r>
              <a:rPr lang="en-US" dirty="0"/>
              <a:t>For some </a:t>
            </a:r>
            <a:r>
              <a:rPr lang="en-US" dirty="0" err="1"/>
              <a:t>ints</a:t>
            </a:r>
            <a:r>
              <a:rPr lang="en-US" dirty="0"/>
              <a:t> q and r </a:t>
            </a:r>
          </a:p>
          <a:p>
            <a:pPr lvl="2"/>
            <a:r>
              <a:rPr lang="en-US" dirty="0"/>
              <a:t>Where 0&lt;= r &lt;=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275A81-6B53-4B0D-AD55-7822C742FE0D}"/>
              </a:ext>
            </a:extLst>
          </p:cNvPr>
          <p:cNvSpPr/>
          <p:nvPr/>
        </p:nvSpPr>
        <p:spPr>
          <a:xfrm>
            <a:off x="6556747" y="2403566"/>
            <a:ext cx="1136469" cy="84908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569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B0DD-F3E6-7E4D-C9A0-44808F8CD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Euclidian algorithm with no subtraction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F5D60-BEE9-C108-9606-129E1D9C1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1751"/>
            <a:ext cx="12192000" cy="4351338"/>
          </a:xfrm>
        </p:spPr>
        <p:txBody>
          <a:bodyPr/>
          <a:lstStyle/>
          <a:p>
            <a:r>
              <a:rPr lang="en-US" dirty="0"/>
              <a:t>Start with a pair </a:t>
            </a:r>
            <a:r>
              <a:rPr lang="en-US" dirty="0" err="1"/>
              <a:t>a,b</a:t>
            </a:r>
            <a:r>
              <a:rPr lang="en-US" dirty="0"/>
              <a:t> where a &lt; b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While neither a nor b are 0</a:t>
            </a:r>
          </a:p>
          <a:p>
            <a:pPr lvl="1"/>
            <a:r>
              <a:rPr lang="en-US" dirty="0"/>
              <a:t>Find the r in the expression b=</a:t>
            </a:r>
            <a:r>
              <a:rPr lang="en-US" dirty="0" err="1"/>
              <a:t>aq+r</a:t>
            </a:r>
            <a:endParaRPr lang="en-US" dirty="0"/>
          </a:p>
          <a:p>
            <a:pPr lvl="1"/>
            <a:r>
              <a:rPr lang="en-US" dirty="0"/>
              <a:t>Overwrite whatever b was to be whatever value a stores</a:t>
            </a:r>
          </a:p>
          <a:p>
            <a:pPr lvl="1"/>
            <a:r>
              <a:rPr lang="en-US" dirty="0"/>
              <a:t>Overwrite whatever a was to be whatever value r is</a:t>
            </a:r>
            <a:br>
              <a:rPr lang="en-US" dirty="0"/>
            </a:br>
            <a:endParaRPr lang="en-US" dirty="0"/>
          </a:p>
          <a:p>
            <a:r>
              <a:rPr lang="en-US" dirty="0"/>
              <a:t>Once you’re done</a:t>
            </a:r>
          </a:p>
          <a:p>
            <a:pPr lvl="1"/>
            <a:r>
              <a:rPr lang="en-US" dirty="0"/>
              <a:t>The non-zero entry is the </a:t>
            </a:r>
            <a:r>
              <a:rPr lang="en-US" dirty="0" err="1"/>
              <a:t>gcd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770B3-AFAA-E96B-6D02-4F01EC519583}"/>
              </a:ext>
            </a:extLst>
          </p:cNvPr>
          <p:cNvSpPr txBox="1"/>
          <p:nvPr/>
        </p:nvSpPr>
        <p:spPr>
          <a:xfrm>
            <a:off x="195942" y="5972256"/>
            <a:ext cx="49431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Try this algorithm with </a:t>
            </a:r>
            <a:r>
              <a:rPr lang="en-US" sz="2400" dirty="0" err="1"/>
              <a:t>gcd</a:t>
            </a:r>
            <a:r>
              <a:rPr lang="en-US" sz="2400" dirty="0"/>
              <a:t>(180, 196)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A0CC9-1524-2CF3-7FB9-EF55E618A2F4}"/>
              </a:ext>
            </a:extLst>
          </p:cNvPr>
          <p:cNvSpPr txBox="1"/>
          <p:nvPr/>
        </p:nvSpPr>
        <p:spPr>
          <a:xfrm>
            <a:off x="195942" y="6526356"/>
            <a:ext cx="375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 write some python to do it for you</a:t>
            </a:r>
          </a:p>
        </p:txBody>
      </p:sp>
    </p:spTree>
    <p:extLst>
      <p:ext uri="{BB962C8B-B14F-4D97-AF65-F5344CB8AC3E}">
        <p14:creationId xmlns:p14="http://schemas.microsoft.com/office/powerpoint/2010/main" val="410680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D5C3-05F8-7855-0F78-EAA1ED86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gcd</a:t>
            </a:r>
            <a:r>
              <a:rPr lang="en-US" dirty="0"/>
              <a:t>(180, 196)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2F7E-F1B8-049C-2764-519ABEFE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pair </a:t>
            </a:r>
            <a:r>
              <a:rPr lang="en-US" dirty="0" err="1"/>
              <a:t>a,b</a:t>
            </a:r>
            <a:r>
              <a:rPr lang="en-US" dirty="0"/>
              <a:t> where a &lt; b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While neither a nor b are 0</a:t>
            </a:r>
          </a:p>
          <a:p>
            <a:pPr lvl="1"/>
            <a:r>
              <a:rPr lang="en-US" dirty="0"/>
              <a:t>Find the r in the expression b=</a:t>
            </a:r>
            <a:r>
              <a:rPr lang="en-US" dirty="0" err="1"/>
              <a:t>aq+r</a:t>
            </a:r>
            <a:endParaRPr lang="en-US" dirty="0"/>
          </a:p>
          <a:p>
            <a:pPr lvl="1"/>
            <a:r>
              <a:rPr lang="en-US" dirty="0"/>
              <a:t>Overwrite whatever b was to be whatever value a stores</a:t>
            </a:r>
          </a:p>
          <a:p>
            <a:pPr lvl="1"/>
            <a:r>
              <a:rPr lang="en-US" dirty="0"/>
              <a:t>Overwrite whatever a was to be whatever value r is</a:t>
            </a:r>
            <a:br>
              <a:rPr lang="en-US" dirty="0"/>
            </a:br>
            <a:endParaRPr lang="en-US" dirty="0"/>
          </a:p>
          <a:p>
            <a:r>
              <a:rPr lang="en-US" dirty="0"/>
              <a:t>Once you’re done</a:t>
            </a:r>
          </a:p>
          <a:p>
            <a:pPr lvl="1"/>
            <a:r>
              <a:rPr lang="en-US" dirty="0"/>
              <a:t>The non-zero entry is the </a:t>
            </a:r>
            <a:r>
              <a:rPr lang="en-US" dirty="0" err="1"/>
              <a:t>gcd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4F7BA-581E-33E5-4725-8FFC47A76CA9}"/>
              </a:ext>
            </a:extLst>
          </p:cNvPr>
          <p:cNvSpPr txBox="1"/>
          <p:nvPr/>
        </p:nvSpPr>
        <p:spPr>
          <a:xfrm>
            <a:off x="1136468" y="2297277"/>
            <a:ext cx="267788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= 180, b = 196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A3FBD-AA63-20D2-4EF6-7948E294CF04}"/>
              </a:ext>
            </a:extLst>
          </p:cNvPr>
          <p:cNvSpPr txBox="1"/>
          <p:nvPr/>
        </p:nvSpPr>
        <p:spPr>
          <a:xfrm>
            <a:off x="6370320" y="3192082"/>
            <a:ext cx="185928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 =  b % a =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F4B9D-5CF1-AA46-7458-743E61652CA5}"/>
              </a:ext>
            </a:extLst>
          </p:cNvPr>
          <p:cNvSpPr txBox="1"/>
          <p:nvPr/>
        </p:nvSpPr>
        <p:spPr>
          <a:xfrm>
            <a:off x="8978537" y="3561414"/>
            <a:ext cx="12975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 = 180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BFCB8-365E-CB50-9EB0-25C31A560D66}"/>
              </a:ext>
            </a:extLst>
          </p:cNvPr>
          <p:cNvSpPr txBox="1"/>
          <p:nvPr/>
        </p:nvSpPr>
        <p:spPr>
          <a:xfrm>
            <a:off x="1136468" y="2297277"/>
            <a:ext cx="267788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 = 16, b = 180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DA35E-838C-B340-AAC6-9741BF4AEFD9}"/>
              </a:ext>
            </a:extLst>
          </p:cNvPr>
          <p:cNvSpPr txBox="1"/>
          <p:nvPr/>
        </p:nvSpPr>
        <p:spPr>
          <a:xfrm>
            <a:off x="6370321" y="3192082"/>
            <a:ext cx="272142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 =  b % a =  180 % 16 =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D9C22-4343-1FEE-DEB2-B58E12323839}"/>
              </a:ext>
            </a:extLst>
          </p:cNvPr>
          <p:cNvSpPr txBox="1"/>
          <p:nvPr/>
        </p:nvSpPr>
        <p:spPr>
          <a:xfrm>
            <a:off x="8978537" y="3561414"/>
            <a:ext cx="12975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 = 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C7E60-F08C-971E-AA81-E51F50E26412}"/>
              </a:ext>
            </a:extLst>
          </p:cNvPr>
          <p:cNvSpPr txBox="1"/>
          <p:nvPr/>
        </p:nvSpPr>
        <p:spPr>
          <a:xfrm>
            <a:off x="8287292" y="4001294"/>
            <a:ext cx="98733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 = 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6FE5B3-7F0C-9ECB-5C10-7DCA0FC2C039}"/>
              </a:ext>
            </a:extLst>
          </p:cNvPr>
          <p:cNvSpPr txBox="1"/>
          <p:nvPr/>
        </p:nvSpPr>
        <p:spPr>
          <a:xfrm>
            <a:off x="8310698" y="4001294"/>
            <a:ext cx="98733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 =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594162-5AAE-C104-41B6-E1A3C0737E56}"/>
              </a:ext>
            </a:extLst>
          </p:cNvPr>
          <p:cNvSpPr txBox="1"/>
          <p:nvPr/>
        </p:nvSpPr>
        <p:spPr>
          <a:xfrm>
            <a:off x="1136468" y="2297277"/>
            <a:ext cx="267788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 = 4, b = 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C6F8F-E824-B061-0C49-F63A3B12CF4B}"/>
              </a:ext>
            </a:extLst>
          </p:cNvPr>
          <p:cNvSpPr txBox="1"/>
          <p:nvPr/>
        </p:nvSpPr>
        <p:spPr>
          <a:xfrm>
            <a:off x="6387192" y="3192082"/>
            <a:ext cx="270455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 =  b % a  = 16 % 4 =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E8F117-6DC9-70B1-2A27-11ADED4D54E9}"/>
              </a:ext>
            </a:extLst>
          </p:cNvPr>
          <p:cNvSpPr txBox="1"/>
          <p:nvPr/>
        </p:nvSpPr>
        <p:spPr>
          <a:xfrm>
            <a:off x="8978537" y="3561414"/>
            <a:ext cx="12975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 =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807C6B-9EAC-383E-8036-79C3C9398521}"/>
              </a:ext>
            </a:extLst>
          </p:cNvPr>
          <p:cNvSpPr txBox="1"/>
          <p:nvPr/>
        </p:nvSpPr>
        <p:spPr>
          <a:xfrm>
            <a:off x="8310698" y="4024460"/>
            <a:ext cx="12975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 =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62902-FE3E-6BE2-DB15-23993350D575}"/>
              </a:ext>
            </a:extLst>
          </p:cNvPr>
          <p:cNvSpPr txBox="1"/>
          <p:nvPr/>
        </p:nvSpPr>
        <p:spPr>
          <a:xfrm>
            <a:off x="5447211" y="5208826"/>
            <a:ext cx="12975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gcd</a:t>
            </a:r>
            <a:r>
              <a:rPr lang="en-US" b="1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408742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64" name="Rectangle 516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7" name="Title 5156">
            <a:extLst>
              <a:ext uri="{FF2B5EF4-FFF2-40B4-BE49-F238E27FC236}">
                <a16:creationId xmlns:a16="http://schemas.microsoft.com/office/drawing/2014/main" id="{54BA3656-3410-32CA-C07D-02AA53FA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312128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python…demo?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 make students figure it out for themselves…</a:t>
            </a:r>
          </a:p>
        </p:txBody>
      </p:sp>
      <p:sp>
        <p:nvSpPr>
          <p:cNvPr id="516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160" name="Content Placeholder 2">
            <a:extLst>
              <a:ext uri="{FF2B5EF4-FFF2-40B4-BE49-F238E27FC236}">
                <a16:creationId xmlns:a16="http://schemas.microsoft.com/office/drawing/2014/main" id="{6B71C531-BE08-CABB-6AF0-B6850E6693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286256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67" name="Picture 5166">
            <a:extLst>
              <a:ext uri="{FF2B5EF4-FFF2-40B4-BE49-F238E27FC236}">
                <a16:creationId xmlns:a16="http://schemas.microsoft.com/office/drawing/2014/main" id="{E8DFCE97-C940-CF57-664C-8F068E7BA6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747657"/>
            <a:ext cx="2902539" cy="1070128"/>
          </a:xfrm>
          <a:prstGeom prst="rect">
            <a:avLst/>
          </a:prstGeom>
        </p:spPr>
      </p:pic>
      <p:sp>
        <p:nvSpPr>
          <p:cNvPr id="5168" name="TextBox 5167">
            <a:extLst>
              <a:ext uri="{FF2B5EF4-FFF2-40B4-BE49-F238E27FC236}">
                <a16:creationId xmlns:a16="http://schemas.microsoft.com/office/drawing/2014/main" id="{8068F728-B514-CAA0-0A26-5586BC060872}"/>
              </a:ext>
            </a:extLst>
          </p:cNvPr>
          <p:cNvSpPr txBox="1"/>
          <p:nvPr/>
        </p:nvSpPr>
        <p:spPr>
          <a:xfrm>
            <a:off x="0" y="5378325"/>
            <a:ext cx="219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finish it early…</a:t>
            </a:r>
          </a:p>
        </p:txBody>
      </p:sp>
      <p:sp>
        <p:nvSpPr>
          <p:cNvPr id="5169" name="TextBox 5168">
            <a:extLst>
              <a:ext uri="{FF2B5EF4-FFF2-40B4-BE49-F238E27FC236}">
                <a16:creationId xmlns:a16="http://schemas.microsoft.com/office/drawing/2014/main" id="{8217E926-8329-328B-551C-7FDF9A4BB1E6}"/>
              </a:ext>
            </a:extLst>
          </p:cNvPr>
          <p:cNvSpPr txBox="1"/>
          <p:nvPr/>
        </p:nvSpPr>
        <p:spPr>
          <a:xfrm>
            <a:off x="2902539" y="6546295"/>
            <a:ext cx="299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 you’re free for the night</a:t>
            </a:r>
          </a:p>
        </p:txBody>
      </p:sp>
    </p:spTree>
    <p:extLst>
      <p:ext uri="{BB962C8B-B14F-4D97-AF65-F5344CB8AC3E}">
        <p14:creationId xmlns:p14="http://schemas.microsoft.com/office/powerpoint/2010/main" val="2901276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2331</Words>
  <Application>Microsoft Macintosh PowerPoint</Application>
  <PresentationFormat>Widescreen</PresentationFormat>
  <Paragraphs>358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Aptos</vt:lpstr>
      <vt:lpstr>Aptos Display</vt:lpstr>
      <vt:lpstr>Arial</vt:lpstr>
      <vt:lpstr>Cambria Math</vt:lpstr>
      <vt:lpstr>Wingdings</vt:lpstr>
      <vt:lpstr>Office Theme</vt:lpstr>
      <vt:lpstr>Divisibility</vt:lpstr>
      <vt:lpstr>Quiz</vt:lpstr>
      <vt:lpstr>Number theory</vt:lpstr>
      <vt:lpstr>Prime numbers and Composite numbers</vt:lpstr>
      <vt:lpstr>Fundamental Theorem of Arithmetic</vt:lpstr>
      <vt:lpstr>Prime factorization</vt:lpstr>
      <vt:lpstr>But I do not wish to make a factor tree</vt:lpstr>
      <vt:lpstr>Lets work together to make an algorithm to make Python do this</vt:lpstr>
      <vt:lpstr>My usual starting point: how do humans do it?</vt:lpstr>
      <vt:lpstr>My idea:</vt:lpstr>
      <vt:lpstr>Cool! A loop - But when do we stop?</vt:lpstr>
      <vt:lpstr>Ok – Is there a way we can find that “mirror image” point?</vt:lpstr>
      <vt:lpstr>Does this work for any number?</vt:lpstr>
      <vt:lpstr>So back to our algorithm</vt:lpstr>
      <vt:lpstr>Divide by 2 as many times as you can</vt:lpstr>
      <vt:lpstr>From 3 until the square root…</vt:lpstr>
      <vt:lpstr>From 3 until the square root…  Divide by that number as many times as you can</vt:lpstr>
      <vt:lpstr>Isn’t it kind of inefficient to try everything?</vt:lpstr>
      <vt:lpstr>I have 2 different implementations online</vt:lpstr>
      <vt:lpstr>Can any positive integer be represented as the sum of a bunch of primes?</vt:lpstr>
      <vt:lpstr>Divisibility</vt:lpstr>
      <vt:lpstr>Divisibility</vt:lpstr>
      <vt:lpstr>a | b </vt:lpstr>
      <vt:lpstr>a | b</vt:lpstr>
      <vt:lpstr>GCD</vt:lpstr>
      <vt:lpstr>gcd and factorization</vt:lpstr>
      <vt:lpstr>LCM</vt:lpstr>
      <vt:lpstr>LCM – Quick Refresher</vt:lpstr>
      <vt:lpstr>LCM in terms of primes </vt:lpstr>
      <vt:lpstr>We have two 2s but not two 3s?</vt:lpstr>
      <vt:lpstr>Quick LCM practice</vt:lpstr>
      <vt:lpstr>Going back to that weird expression of primes</vt:lpstr>
      <vt:lpstr>Lets look at 12 and 15 again</vt:lpstr>
      <vt:lpstr>The Euclidian Algorithm</vt:lpstr>
      <vt:lpstr>It is possible to calculate gcd without factorization</vt:lpstr>
      <vt:lpstr>Repeat until you have small enough numbers to work with </vt:lpstr>
      <vt:lpstr>A visual explanation</vt:lpstr>
      <vt:lpstr>A visual explanation</vt:lpstr>
      <vt:lpstr>A visual explanation</vt:lpstr>
      <vt:lpstr>A visual explanation</vt:lpstr>
      <vt:lpstr>Another visual </vt:lpstr>
      <vt:lpstr>Another visual </vt:lpstr>
      <vt:lpstr>Another visual </vt:lpstr>
      <vt:lpstr>Another visual </vt:lpstr>
      <vt:lpstr>Ok so this works but </vt:lpstr>
      <vt:lpstr>Lets look at the proof</vt:lpstr>
      <vt:lpstr>Can we do better</vt:lpstr>
      <vt:lpstr>Euclidian algorithm with no subtraction needed</vt:lpstr>
      <vt:lpstr>gcd(180, 196)</vt:lpstr>
      <vt:lpstr>In python…demo?  Or make students figure it out for themselves…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Domino, Molly</dc:creator>
  <cp:lastModifiedBy>Domino, Molly</cp:lastModifiedBy>
  <cp:revision>8</cp:revision>
  <dcterms:created xsi:type="dcterms:W3CDTF">2026-02-11T23:41:02Z</dcterms:created>
  <dcterms:modified xsi:type="dcterms:W3CDTF">2026-02-13T02:02:20Z</dcterms:modified>
</cp:coreProperties>
</file>